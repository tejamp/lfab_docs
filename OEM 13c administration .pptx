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slides/slide14.xml" ContentType="application/vnd.openxmlformats-officedocument.presentationml.slide+xml"/>
  <Override PartName="/ppt/slides/slide15.xml" ContentType="application/vnd.openxmlformats-officedocument.presentationml.slide+xml"/>
  <Override PartName="/ppt/presentation.xml" ContentType="application/vnd.openxmlformats-officedocument.presentationml.presentation.main+xml"/>
  <Override PartName="/ppt/slides/slide1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customXml/itemProps3.xml" ContentType="application/vnd.openxmlformats-officedocument.customXmlProperties+xml"/>
  <Override PartName="/ppt/tags/tag1.xml" ContentType="application/vnd.openxmlformats-officedocument.presentationml.tags+xml"/>
  <Override PartName="/docProps/core.xml" ContentType="application/vnd.openxmlformats-package.core-properties+xml"/>
  <Override PartName="/docProps/custom.xml" ContentType="application/vnd.openxmlformats-officedocument.custom-properties+xml"/>
  <Override PartName="/ppt/revisionInfo.xml" ContentType="application/vnd.ms-powerpoint.revisioninfo+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2" r:id="rId4"/>
  </p:sldMasterIdLst>
  <p:notesMasterIdLst>
    <p:notesMasterId r:id="rId20"/>
  </p:notesMasterIdLst>
  <p:handoutMasterIdLst>
    <p:handoutMasterId r:id="rId21"/>
  </p:handoutMasterIdLst>
  <p:sldIdLst>
    <p:sldId id="466" r:id="rId5"/>
    <p:sldId id="911" r:id="rId6"/>
    <p:sldId id="912" r:id="rId7"/>
    <p:sldId id="914" r:id="rId8"/>
    <p:sldId id="913" r:id="rId9"/>
    <p:sldId id="915" r:id="rId10"/>
    <p:sldId id="916" r:id="rId11"/>
    <p:sldId id="917" r:id="rId12"/>
    <p:sldId id="918" r:id="rId13"/>
    <p:sldId id="919" r:id="rId14"/>
    <p:sldId id="920" r:id="rId15"/>
    <p:sldId id="921" r:id="rId16"/>
    <p:sldId id="922" r:id="rId17"/>
    <p:sldId id="923" r:id="rId18"/>
    <p:sldId id="874" r:id="rId19"/>
  </p:sldIdLst>
  <p:sldSz cx="12226925" cy="6985000"/>
  <p:notesSz cx="6858000" cy="9144000"/>
  <p:defaultTextStyle>
    <a:defPPr>
      <a:defRPr lang="en-US"/>
    </a:defPPr>
    <a:lvl1pPr marL="0" algn="l" defTabSz="1229502" rtl="0" eaLnBrk="1" latinLnBrk="0" hangingPunct="1">
      <a:defRPr sz="2400" kern="1200">
        <a:solidFill>
          <a:schemeClr val="tx1"/>
        </a:solidFill>
        <a:latin typeface="+mn-lt"/>
        <a:ea typeface="+mn-ea"/>
        <a:cs typeface="+mn-cs"/>
      </a:defRPr>
    </a:lvl1pPr>
    <a:lvl2pPr marL="614751" algn="l" defTabSz="1229502" rtl="0" eaLnBrk="1" latinLnBrk="0" hangingPunct="1">
      <a:defRPr sz="2400" kern="1200">
        <a:solidFill>
          <a:schemeClr val="tx1"/>
        </a:solidFill>
        <a:latin typeface="+mn-lt"/>
        <a:ea typeface="+mn-ea"/>
        <a:cs typeface="+mn-cs"/>
      </a:defRPr>
    </a:lvl2pPr>
    <a:lvl3pPr marL="1229502" algn="l" defTabSz="1229502" rtl="0" eaLnBrk="1" latinLnBrk="0" hangingPunct="1">
      <a:defRPr sz="2400" kern="1200">
        <a:solidFill>
          <a:schemeClr val="tx1"/>
        </a:solidFill>
        <a:latin typeface="+mn-lt"/>
        <a:ea typeface="+mn-ea"/>
        <a:cs typeface="+mn-cs"/>
      </a:defRPr>
    </a:lvl3pPr>
    <a:lvl4pPr marL="1844253" algn="l" defTabSz="1229502" rtl="0" eaLnBrk="1" latinLnBrk="0" hangingPunct="1">
      <a:defRPr sz="2400" kern="1200">
        <a:solidFill>
          <a:schemeClr val="tx1"/>
        </a:solidFill>
        <a:latin typeface="+mn-lt"/>
        <a:ea typeface="+mn-ea"/>
        <a:cs typeface="+mn-cs"/>
      </a:defRPr>
    </a:lvl4pPr>
    <a:lvl5pPr marL="2459004" algn="l" defTabSz="1229502" rtl="0" eaLnBrk="1" latinLnBrk="0" hangingPunct="1">
      <a:defRPr sz="2400" kern="1200">
        <a:solidFill>
          <a:schemeClr val="tx1"/>
        </a:solidFill>
        <a:latin typeface="+mn-lt"/>
        <a:ea typeface="+mn-ea"/>
        <a:cs typeface="+mn-cs"/>
      </a:defRPr>
    </a:lvl5pPr>
    <a:lvl6pPr marL="3073756" algn="l" defTabSz="1229502" rtl="0" eaLnBrk="1" latinLnBrk="0" hangingPunct="1">
      <a:defRPr sz="2400" kern="1200">
        <a:solidFill>
          <a:schemeClr val="tx1"/>
        </a:solidFill>
        <a:latin typeface="+mn-lt"/>
        <a:ea typeface="+mn-ea"/>
        <a:cs typeface="+mn-cs"/>
      </a:defRPr>
    </a:lvl6pPr>
    <a:lvl7pPr marL="3688507" algn="l" defTabSz="1229502" rtl="0" eaLnBrk="1" latinLnBrk="0" hangingPunct="1">
      <a:defRPr sz="2400" kern="1200">
        <a:solidFill>
          <a:schemeClr val="tx1"/>
        </a:solidFill>
        <a:latin typeface="+mn-lt"/>
        <a:ea typeface="+mn-ea"/>
        <a:cs typeface="+mn-cs"/>
      </a:defRPr>
    </a:lvl7pPr>
    <a:lvl8pPr marL="4303258" algn="l" defTabSz="1229502" rtl="0" eaLnBrk="1" latinLnBrk="0" hangingPunct="1">
      <a:defRPr sz="2400" kern="1200">
        <a:solidFill>
          <a:schemeClr val="tx1"/>
        </a:solidFill>
        <a:latin typeface="+mn-lt"/>
        <a:ea typeface="+mn-ea"/>
        <a:cs typeface="+mn-cs"/>
      </a:defRPr>
    </a:lvl8pPr>
    <a:lvl9pPr marL="4918009" algn="l" defTabSz="1229502" rtl="0" eaLnBrk="1" latinLnBrk="0" hangingPunct="1">
      <a:defRPr sz="24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guide id="3" orient="horz" pos="166">
          <p15:clr>
            <a:srgbClr val="A4A3A4"/>
          </p15:clr>
        </p15:guide>
        <p15:guide id="4" orient="horz" pos="1632">
          <p15:clr>
            <a:srgbClr val="A4A3A4"/>
          </p15:clr>
        </p15:guide>
        <p15:guide id="5" pos="184">
          <p15:clr>
            <a:srgbClr val="A4A3A4"/>
          </p15:clr>
        </p15:guide>
        <p15:guide id="6" pos="223">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bha Veluchamy" initials="SV" lastIdx="0" clrIdx="0">
    <p:extLst/>
  </p:cmAuthor>
  <p:cmAuthor id="2" name="Giridharan Kumarasamy" initials="GK" lastIdx="3" clrIdx="1">
    <p:extLst/>
  </p:cmAuthor>
  <p:cmAuthor id="3" name="Kurapati Venkata Shireesh Infosys Konsult" initials="KVIK" lastIdx="7" clrIdx="2"/>
  <p:cmAuthor id="4" name="Shireesh Kurapati" initials="Infosys"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0F9FFA"/>
    <a:srgbClr val="007CC3"/>
    <a:srgbClr val="235D89"/>
    <a:srgbClr val="01A3BB"/>
    <a:srgbClr val="8AC74D"/>
    <a:srgbClr val="993366"/>
    <a:srgbClr val="99CEF0"/>
    <a:srgbClr val="43B5FB"/>
    <a:srgbClr val="D3ED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85" autoAdjust="0"/>
    <p:restoredTop sz="99645" autoAdjust="0"/>
  </p:normalViewPr>
  <p:slideViewPr>
    <p:cSldViewPr snapToGrid="0" snapToObjects="1">
      <p:cViewPr>
        <p:scale>
          <a:sx n="86" d="100"/>
          <a:sy n="86" d="100"/>
        </p:scale>
        <p:origin x="-96" y="216"/>
      </p:cViewPr>
      <p:guideLst>
        <p:guide orient="horz" pos="2200"/>
        <p:guide orient="horz" pos="225"/>
        <p:guide orient="horz" pos="2216"/>
        <p:guide pos="3851"/>
        <p:guide pos="246"/>
        <p:guide pos="298"/>
      </p:guideLst>
    </p:cSldViewPr>
  </p:slideViewPr>
  <p:notesTextViewPr>
    <p:cViewPr>
      <p:scale>
        <a:sx n="100" d="100"/>
        <a:sy n="100" d="100"/>
      </p:scale>
      <p:origin x="0" y="0"/>
    </p:cViewPr>
  </p:notesTextViewPr>
  <p:sorterViewPr>
    <p:cViewPr varScale="1">
      <p:scale>
        <a:sx n="100" d="100"/>
        <a:sy n="100" d="100"/>
      </p:scale>
      <p:origin x="0" y="-4512"/>
    </p:cViewPr>
  </p:sorterViewPr>
  <p:notesViewPr>
    <p:cSldViewPr snapToGrid="0" snapToObjects="1">
      <p:cViewPr varScale="1">
        <p:scale>
          <a:sx n="55" d="100"/>
          <a:sy n="55" d="100"/>
        </p:scale>
        <p:origin x="2796"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B9839F2-6511-431F-84DF-8E31FF9AEA65}" type="datetimeFigureOut">
              <a:rPr lang="en-US" smtClean="0"/>
              <a:t>10/3/2019</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2AA778C-6419-462D-9759-CC6BFFB4B83A}" type="slidenum">
              <a:rPr lang="en-US" smtClean="0"/>
              <a:t>‹#›</a:t>
            </a:fld>
            <a:endParaRPr lang="en-US" dirty="0"/>
          </a:p>
        </p:txBody>
      </p:sp>
    </p:spTree>
    <p:extLst>
      <p:ext uri="{BB962C8B-B14F-4D97-AF65-F5344CB8AC3E}">
        <p14:creationId xmlns:p14="http://schemas.microsoft.com/office/powerpoint/2010/main" val="35039417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67" name="Shape 367"/>
          <p:cNvSpPr>
            <a:spLocks noGrp="1" noRot="1" noChangeAspect="1"/>
          </p:cNvSpPr>
          <p:nvPr>
            <p:ph type="sldImg"/>
          </p:nvPr>
        </p:nvSpPr>
        <p:spPr>
          <a:xfrm>
            <a:off x="428625" y="685800"/>
            <a:ext cx="6000750" cy="3429000"/>
          </a:xfrm>
          <a:prstGeom prst="rect">
            <a:avLst/>
          </a:prstGeom>
        </p:spPr>
        <p:txBody>
          <a:bodyPr/>
          <a:lstStyle/>
          <a:p>
            <a:endParaRPr dirty="0"/>
          </a:p>
        </p:txBody>
      </p:sp>
      <p:sp>
        <p:nvSpPr>
          <p:cNvPr id="368" name="Shape 368"/>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493021223"/>
      </p:ext>
    </p:extLst>
  </p:cSld>
  <p:clrMap bg1="lt1" tx1="dk1" bg2="lt2" tx2="dk2" accent1="accent1" accent2="accent2" accent3="accent3" accent4="accent4" accent5="accent5" accent6="accent6" hlink="hlink" folHlink="folHlink"/>
  <p:notesStyle>
    <a:lvl1pPr defTabSz="614751" latinLnBrk="0">
      <a:defRPr sz="1600">
        <a:latin typeface="+mn-lt"/>
        <a:ea typeface="+mn-ea"/>
        <a:cs typeface="+mn-cs"/>
        <a:sym typeface="Calibri"/>
      </a:defRPr>
    </a:lvl1pPr>
    <a:lvl2pPr indent="307376" defTabSz="614751" latinLnBrk="0">
      <a:defRPr sz="1600">
        <a:latin typeface="+mn-lt"/>
        <a:ea typeface="+mn-ea"/>
        <a:cs typeface="+mn-cs"/>
        <a:sym typeface="Calibri"/>
      </a:defRPr>
    </a:lvl2pPr>
    <a:lvl3pPr indent="614751" defTabSz="614751" latinLnBrk="0">
      <a:defRPr sz="1600">
        <a:latin typeface="+mn-lt"/>
        <a:ea typeface="+mn-ea"/>
        <a:cs typeface="+mn-cs"/>
        <a:sym typeface="Calibri"/>
      </a:defRPr>
    </a:lvl3pPr>
    <a:lvl4pPr indent="922127" defTabSz="614751" latinLnBrk="0">
      <a:defRPr sz="1600">
        <a:latin typeface="+mn-lt"/>
        <a:ea typeface="+mn-ea"/>
        <a:cs typeface="+mn-cs"/>
        <a:sym typeface="Calibri"/>
      </a:defRPr>
    </a:lvl4pPr>
    <a:lvl5pPr indent="1229502" defTabSz="614751" latinLnBrk="0">
      <a:defRPr sz="1600">
        <a:latin typeface="+mn-lt"/>
        <a:ea typeface="+mn-ea"/>
        <a:cs typeface="+mn-cs"/>
        <a:sym typeface="Calibri"/>
      </a:defRPr>
    </a:lvl5pPr>
    <a:lvl6pPr indent="1536878" defTabSz="614751" latinLnBrk="0">
      <a:defRPr sz="1600">
        <a:latin typeface="+mn-lt"/>
        <a:ea typeface="+mn-ea"/>
        <a:cs typeface="+mn-cs"/>
        <a:sym typeface="Calibri"/>
      </a:defRPr>
    </a:lvl6pPr>
    <a:lvl7pPr indent="1844253" defTabSz="614751" latinLnBrk="0">
      <a:defRPr sz="1600">
        <a:latin typeface="+mn-lt"/>
        <a:ea typeface="+mn-ea"/>
        <a:cs typeface="+mn-cs"/>
        <a:sym typeface="Calibri"/>
      </a:defRPr>
    </a:lvl7pPr>
    <a:lvl8pPr indent="2151629" defTabSz="614751" latinLnBrk="0">
      <a:defRPr sz="1600">
        <a:latin typeface="+mn-lt"/>
        <a:ea typeface="+mn-ea"/>
        <a:cs typeface="+mn-cs"/>
        <a:sym typeface="Calibri"/>
      </a:defRPr>
    </a:lvl8pPr>
    <a:lvl9pPr indent="2459004" defTabSz="614751" latinLnBrk="0">
      <a:defRPr sz="16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Shape 378"/>
          <p:cNvSpPr>
            <a:spLocks noGrp="1" noRot="1" noChangeAspect="1"/>
          </p:cNvSpPr>
          <p:nvPr>
            <p:ph type="sldImg"/>
          </p:nvPr>
        </p:nvSpPr>
        <p:spPr>
          <a:xfrm>
            <a:off x="428625" y="685800"/>
            <a:ext cx="6000750" cy="3429000"/>
          </a:xfrm>
          <a:prstGeom prst="rect">
            <a:avLst/>
          </a:prstGeom>
        </p:spPr>
        <p:txBody>
          <a:bodyPr/>
          <a:lstStyle/>
          <a:p>
            <a:endParaRPr dirty="0"/>
          </a:p>
        </p:txBody>
      </p:sp>
      <p:sp>
        <p:nvSpPr>
          <p:cNvPr id="379" name="Shape 379"/>
          <p:cNvSpPr>
            <a:spLocks noGrp="1"/>
          </p:cNvSpPr>
          <p:nvPr>
            <p:ph type="body" sz="quarter" idx="1"/>
          </p:nvPr>
        </p:nvSpPr>
        <p:spPr>
          <a:prstGeom prst="rect">
            <a:avLst/>
          </a:prstGeom>
        </p:spPr>
        <p:txBody>
          <a:bodyPr/>
          <a:lstStyle/>
          <a:p>
            <a:endParaRPr lang="en-US" sz="1200" dirty="0">
              <a:effectLst/>
              <a:latin typeface="+mn-lt"/>
              <a:ea typeface="+mn-ea"/>
              <a:cs typeface="+mn-cs"/>
              <a:sym typeface="Calibri"/>
            </a:endParaRPr>
          </a:p>
        </p:txBody>
      </p:sp>
    </p:spTree>
    <p:extLst>
      <p:ext uri="{BB962C8B-B14F-4D97-AF65-F5344CB8AC3E}">
        <p14:creationId xmlns:p14="http://schemas.microsoft.com/office/powerpoint/2010/main" val="29717300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grpSp>
        <p:nvGrpSpPr>
          <p:cNvPr id="2" name="Group 1"/>
          <p:cNvGrpSpPr/>
          <p:nvPr userDrawn="1"/>
        </p:nvGrpSpPr>
        <p:grpSpPr>
          <a:xfrm>
            <a:off x="-11928" y="2925397"/>
            <a:ext cx="12250764" cy="1175278"/>
            <a:chOff x="-8920" y="2154156"/>
            <a:chExt cx="9161828" cy="865432"/>
          </a:xfrm>
          <a:solidFill>
            <a:srgbClr val="007DC3"/>
          </a:solidFill>
        </p:grpSpPr>
        <p:sp>
          <p:nvSpPr>
            <p:cNvPr id="5" name="object 3"/>
            <p:cNvSpPr/>
            <p:nvPr/>
          </p:nvSpPr>
          <p:spPr>
            <a:xfrm>
              <a:off x="3114541"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6" name="object 4"/>
            <p:cNvSpPr/>
            <p:nvPr/>
          </p:nvSpPr>
          <p:spPr>
            <a:xfrm>
              <a:off x="259395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7" name="object 5"/>
            <p:cNvSpPr/>
            <p:nvPr/>
          </p:nvSpPr>
          <p:spPr>
            <a:xfrm>
              <a:off x="2073387"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8" name="object 6"/>
            <p:cNvSpPr/>
            <p:nvPr/>
          </p:nvSpPr>
          <p:spPr>
            <a:xfrm>
              <a:off x="155281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9" name="object 7"/>
            <p:cNvSpPr/>
            <p:nvPr/>
          </p:nvSpPr>
          <p:spPr>
            <a:xfrm>
              <a:off x="103224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0" name="object 8"/>
            <p:cNvSpPr/>
            <p:nvPr/>
          </p:nvSpPr>
          <p:spPr>
            <a:xfrm>
              <a:off x="51166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1" name="object 9"/>
            <p:cNvSpPr/>
            <p:nvPr/>
          </p:nvSpPr>
          <p:spPr>
            <a:xfrm>
              <a:off x="-8920" y="2154156"/>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2" name="object 20"/>
            <p:cNvSpPr/>
            <p:nvPr/>
          </p:nvSpPr>
          <p:spPr>
            <a:xfrm>
              <a:off x="904870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3" name="object 21"/>
            <p:cNvSpPr/>
            <p:nvPr/>
          </p:nvSpPr>
          <p:spPr>
            <a:xfrm>
              <a:off x="852813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4" name="object 22"/>
            <p:cNvSpPr/>
            <p:nvPr/>
          </p:nvSpPr>
          <p:spPr>
            <a:xfrm>
              <a:off x="8007566"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5" name="object 23"/>
            <p:cNvSpPr/>
            <p:nvPr/>
          </p:nvSpPr>
          <p:spPr>
            <a:xfrm>
              <a:off x="7486996"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6" name="object 24"/>
            <p:cNvSpPr/>
            <p:nvPr/>
          </p:nvSpPr>
          <p:spPr>
            <a:xfrm>
              <a:off x="6966413"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17" name="object 25"/>
            <p:cNvSpPr/>
            <p:nvPr/>
          </p:nvSpPr>
          <p:spPr>
            <a:xfrm>
              <a:off x="644584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8" name="object 26"/>
            <p:cNvSpPr/>
            <p:nvPr/>
          </p:nvSpPr>
          <p:spPr>
            <a:xfrm>
              <a:off x="5925272"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sp>
          <p:nvSpPr>
            <p:cNvPr id="19" name="object 27"/>
            <p:cNvSpPr/>
            <p:nvPr/>
          </p:nvSpPr>
          <p:spPr>
            <a:xfrm>
              <a:off x="5404677" y="2154156"/>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dirty="0"/>
            </a:p>
          </p:txBody>
        </p:sp>
        <p:sp>
          <p:nvSpPr>
            <p:cNvPr id="20" name="object 28"/>
            <p:cNvSpPr/>
            <p:nvPr/>
          </p:nvSpPr>
          <p:spPr>
            <a:xfrm>
              <a:off x="3635124" y="2154156"/>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dirty="0"/>
            </a:p>
          </p:txBody>
        </p:sp>
      </p:grpSp>
      <p:sp>
        <p:nvSpPr>
          <p:cNvPr id="22" name="Title 21"/>
          <p:cNvSpPr>
            <a:spLocks noGrp="1"/>
          </p:cNvSpPr>
          <p:nvPr>
            <p:ph type="title" hasCustomPrompt="1"/>
          </p:nvPr>
        </p:nvSpPr>
        <p:spPr>
          <a:xfrm>
            <a:off x="510732" y="4425961"/>
            <a:ext cx="4971230" cy="1591885"/>
          </a:xfrm>
          <a:prstGeom prst="rect">
            <a:avLst/>
          </a:prstGeom>
        </p:spPr>
        <p:txBody>
          <a:bodyPr vert="horz" lIns="122950" tIns="61475" rIns="122950" bIns="61475"/>
          <a:lstStyle>
            <a:lvl1pPr algn="l">
              <a:defRPr>
                <a:solidFill>
                  <a:srgbClr val="007DC3"/>
                </a:solidFill>
              </a:defRPr>
            </a:lvl1pPr>
          </a:lstStyle>
          <a:p>
            <a:r>
              <a:rPr lang="en-US" dirty="0"/>
              <a:t>CLICK TO EDIT MASTER TITLE STYLE</a:t>
            </a:r>
          </a:p>
        </p:txBody>
      </p:sp>
      <p:grpSp>
        <p:nvGrpSpPr>
          <p:cNvPr id="27" name="Group 26"/>
          <p:cNvGrpSpPr/>
          <p:nvPr userDrawn="1"/>
        </p:nvGrpSpPr>
        <p:grpSpPr>
          <a:xfrm>
            <a:off x="4350745" y="397112"/>
            <a:ext cx="3515851" cy="5464909"/>
            <a:chOff x="3253738" y="292419"/>
            <a:chExt cx="2629356" cy="4024160"/>
          </a:xfrm>
        </p:grpSpPr>
        <p:pic>
          <p:nvPicPr>
            <p:cNvPr id="26" name="Picture 2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53738" y="292419"/>
              <a:ext cx="2629356" cy="344239"/>
            </a:xfrm>
            <a:prstGeom prst="rect">
              <a:avLst/>
            </a:prstGeom>
          </p:spPr>
        </p:pic>
        <p:grpSp>
          <p:nvGrpSpPr>
            <p:cNvPr id="25" name="Group 24"/>
            <p:cNvGrpSpPr/>
            <p:nvPr userDrawn="1"/>
          </p:nvGrpSpPr>
          <p:grpSpPr>
            <a:xfrm>
              <a:off x="4152174" y="856717"/>
              <a:ext cx="836532" cy="3459862"/>
              <a:chOff x="4152174" y="856717"/>
              <a:chExt cx="836532" cy="3459862"/>
            </a:xfrm>
          </p:grpSpPr>
          <p:sp>
            <p:nvSpPr>
              <p:cNvPr id="4" name="object 2"/>
              <p:cNvSpPr/>
              <p:nvPr/>
            </p:nvSpPr>
            <p:spPr>
              <a:xfrm>
                <a:off x="4155718" y="856717"/>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solidFill>
                <a:srgbClr val="007DC3"/>
              </a:solidFill>
            </p:spPr>
            <p:txBody>
              <a:bodyPr wrap="square" lIns="0" tIns="0" rIns="0" bIns="0" rtlCol="0"/>
              <a:lstStyle/>
              <a:p>
                <a:endParaRPr dirty="0"/>
              </a:p>
            </p:txBody>
          </p:sp>
          <p:pic>
            <p:nvPicPr>
              <p:cNvPr id="24" name="Picture 2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152174" y="856717"/>
                <a:ext cx="832484" cy="3459862"/>
              </a:xfrm>
              <a:prstGeom prst="rect">
                <a:avLst/>
              </a:prstGeom>
            </p:spPr>
          </p:pic>
        </p:grpSp>
      </p:grpSp>
    </p:spTree>
    <p:extLst>
      <p:ext uri="{BB962C8B-B14F-4D97-AF65-F5344CB8AC3E}">
        <p14:creationId xmlns:p14="http://schemas.microsoft.com/office/powerpoint/2010/main" val="133795600"/>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8_Custom Layout">
    <p:spTree>
      <p:nvGrpSpPr>
        <p:cNvPr id="1" name=""/>
        <p:cNvGrpSpPr/>
        <p:nvPr/>
      </p:nvGrpSpPr>
      <p:grpSpPr>
        <a:xfrm>
          <a:off x="0" y="0"/>
          <a:ext cx="0" cy="0"/>
          <a:chOff x="0" y="0"/>
          <a:chExt cx="0" cy="0"/>
        </a:xfrm>
      </p:grpSpPr>
      <p:sp>
        <p:nvSpPr>
          <p:cNvPr id="40" name="Shape 40"/>
          <p:cNvSpPr>
            <a:spLocks noGrp="1"/>
          </p:cNvSpPr>
          <p:nvPr>
            <p:ph type="title" hasCustomPrompt="1"/>
          </p:nvPr>
        </p:nvSpPr>
        <p:spPr>
          <a:xfrm>
            <a:off x="7084417" y="1748264"/>
            <a:ext cx="4245991" cy="925008"/>
          </a:xfrm>
          <a:prstGeom prst="rect">
            <a:avLst/>
          </a:prstGeom>
        </p:spPr>
        <p:txBody>
          <a:bodyPr lIns="122950" tIns="61475" rIns="122950" bIns="61475" anchor="ctr">
            <a:noAutofit/>
          </a:bodyPr>
          <a:lstStyle>
            <a:lvl1pPr algn="l">
              <a:defRPr sz="2700">
                <a:solidFill>
                  <a:srgbClr val="007CC3"/>
                </a:solidFill>
              </a:defRPr>
            </a:lvl1pPr>
          </a:lstStyle>
          <a:p>
            <a:r>
              <a:rPr lang="en-US" dirty="0" smtClean="0"/>
              <a:t>TITLE TEXT</a:t>
            </a:r>
            <a:endParaRPr lang="en-US" dirty="0"/>
          </a:p>
        </p:txBody>
      </p:sp>
      <p:sp>
        <p:nvSpPr>
          <p:cNvPr id="7" name="Text Placeholder 2"/>
          <p:cNvSpPr txBox="1">
            <a:spLocks/>
          </p:cNvSpPr>
          <p:nvPr userDrawn="1"/>
        </p:nvSpPr>
        <p:spPr>
          <a:xfrm>
            <a:off x="4073464" y="6145499"/>
            <a:ext cx="5962805" cy="517065"/>
          </a:xfrm>
          <a:prstGeom prst="rect">
            <a:avLst/>
          </a:prstGeom>
        </p:spPr>
        <p:txBody>
          <a:bodyPr lIns="122950" tIns="61475" rIns="122950" bIns="61475" anchor="t">
            <a:noAutofit/>
          </a:bodyPr>
          <a:lstStyle>
            <a:lvl1pPr marL="0" indent="0" algn="just" defTabSz="914400" rtl="0" eaLnBrk="1" latinLnBrk="0" hangingPunct="1">
              <a:lnSpc>
                <a:spcPct val="95000"/>
              </a:lnSpc>
              <a:spcBef>
                <a:spcPts val="0"/>
              </a:spcBef>
              <a:spcAft>
                <a:spcPts val="0"/>
              </a:spcAft>
              <a:buClr>
                <a:schemeClr val="accent1"/>
              </a:buClr>
              <a:buFont typeface="Arial" pitchFamily="34" charset="0"/>
              <a:buNone/>
              <a:defRPr sz="500" b="1" kern="1200" spc="-20" baseline="0">
                <a:solidFill>
                  <a:schemeClr val="bg1"/>
                </a:solidFill>
                <a:latin typeface="Arial" pitchFamily="34" charset="0"/>
                <a:ea typeface="+mn-ea"/>
                <a:cs typeface="Arial" pitchFamily="34" charset="0"/>
              </a:defRPr>
            </a:lvl1pPr>
            <a:lvl2pPr marL="457200" indent="0" algn="l" defTabSz="914400" rtl="0" eaLnBrk="1" latinLnBrk="0" hangingPunct="1">
              <a:lnSpc>
                <a:spcPct val="110000"/>
              </a:lnSpc>
              <a:spcBef>
                <a:spcPts val="600"/>
              </a:spcBef>
              <a:spcAft>
                <a:spcPts val="600"/>
              </a:spcAft>
              <a:buClr>
                <a:schemeClr val="accent1"/>
              </a:buClr>
              <a:buFont typeface="Arial" pitchFamily="34" charset="0"/>
              <a:buNone/>
              <a:defRPr sz="1800" kern="1200">
                <a:solidFill>
                  <a:schemeClr val="tx1">
                    <a:tint val="75000"/>
                  </a:schemeClr>
                </a:solidFill>
                <a:latin typeface="Arial" pitchFamily="34" charset="0"/>
                <a:ea typeface="+mn-ea"/>
                <a:cs typeface="Arial" pitchFamily="34" charset="0"/>
              </a:defRPr>
            </a:lvl2pPr>
            <a:lvl3pPr marL="914400" indent="0" algn="l" defTabSz="914400" rtl="0" eaLnBrk="1" latinLnBrk="0" hangingPunct="1">
              <a:lnSpc>
                <a:spcPct val="110000"/>
              </a:lnSpc>
              <a:spcBef>
                <a:spcPts val="600"/>
              </a:spcBef>
              <a:spcAft>
                <a:spcPts val="600"/>
              </a:spcAft>
              <a:buClr>
                <a:schemeClr val="accent1"/>
              </a:buClr>
              <a:buFont typeface="Arial" pitchFamily="34" charset="0"/>
              <a:buNone/>
              <a:defRPr sz="1600" kern="1200">
                <a:solidFill>
                  <a:schemeClr val="tx1">
                    <a:tint val="75000"/>
                  </a:schemeClr>
                </a:solidFill>
                <a:latin typeface="Arial" pitchFamily="34" charset="0"/>
                <a:ea typeface="+mn-ea"/>
                <a:cs typeface="Arial" pitchFamily="34" charset="0"/>
              </a:defRPr>
            </a:lvl3pPr>
            <a:lvl4pPr marL="13716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4pPr>
            <a:lvl5pPr marL="1828800" indent="0" algn="l" defTabSz="914400" rtl="0" eaLnBrk="1" latinLnBrk="0" hangingPunct="1">
              <a:lnSpc>
                <a:spcPct val="110000"/>
              </a:lnSpc>
              <a:spcBef>
                <a:spcPts val="600"/>
              </a:spcBef>
              <a:spcAft>
                <a:spcPts val="600"/>
              </a:spcAft>
              <a:buClr>
                <a:schemeClr val="accent1"/>
              </a:buClr>
              <a:buFont typeface="Arial" pitchFamily="34" charset="0"/>
              <a:buNone/>
              <a:defRPr sz="1400" kern="1200">
                <a:solidFill>
                  <a:schemeClr val="tx1">
                    <a:tint val="75000"/>
                  </a:schemeClr>
                </a:solidFill>
                <a:latin typeface="Arial" pitchFamily="34" charset="0"/>
                <a:ea typeface="+mn-ea"/>
                <a:cs typeface="Arial" pitchFamily="34" charset="0"/>
              </a:defRPr>
            </a:lvl5pPr>
            <a:lvl6pPr marL="22860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6pPr>
            <a:lvl7pPr marL="27432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7pPr>
            <a:lvl8pPr marL="32004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8pPr>
            <a:lvl9pPr marL="3657600" indent="0" algn="l" defTabSz="914400" rtl="0" eaLnBrk="1" latinLnBrk="0" hangingPunct="1">
              <a:spcBef>
                <a:spcPct val="20000"/>
              </a:spcBef>
              <a:buFont typeface="Arial" pitchFamily="34" charset="0"/>
              <a:buNone/>
              <a:defRPr sz="1400" kern="1200">
                <a:solidFill>
                  <a:schemeClr val="tx1">
                    <a:tint val="75000"/>
                  </a:schemeClr>
                </a:solidFill>
                <a:latin typeface="+mn-lt"/>
                <a:ea typeface="+mn-ea"/>
                <a:cs typeface="+mn-cs"/>
              </a:defRPr>
            </a:lvl9pPr>
          </a:lstStyle>
          <a:p>
            <a:pPr>
              <a:lnSpc>
                <a:spcPct val="100000"/>
              </a:lnSpc>
            </a:pPr>
            <a:r>
              <a:rPr lang="en-US" sz="700" dirty="0" smtClean="0">
                <a:solidFill>
                  <a:schemeClr val="tx2">
                    <a:lumMod val="50000"/>
                  </a:schemeClr>
                </a:solidFill>
              </a:rPr>
              <a:t>© 2018 Infosys Limited, Bengaluru,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p>
        </p:txBody>
      </p:sp>
      <p:grpSp>
        <p:nvGrpSpPr>
          <p:cNvPr id="3" name="Group 2"/>
          <p:cNvGrpSpPr/>
          <p:nvPr userDrawn="1"/>
        </p:nvGrpSpPr>
        <p:grpSpPr>
          <a:xfrm>
            <a:off x="-11928" y="1122507"/>
            <a:ext cx="12250764" cy="4698578"/>
            <a:chOff x="-8920" y="826573"/>
            <a:chExt cx="9161828" cy="3459862"/>
          </a:xfrm>
          <a:solidFill>
            <a:srgbClr val="007CC3"/>
          </a:solidFill>
        </p:grpSpPr>
        <p:sp>
          <p:nvSpPr>
            <p:cNvPr id="27" name="object 2"/>
            <p:cNvSpPr/>
            <p:nvPr userDrawn="1"/>
          </p:nvSpPr>
          <p:spPr>
            <a:xfrm>
              <a:off x="2073399" y="826573"/>
              <a:ext cx="832988" cy="3459862"/>
            </a:xfrm>
            <a:custGeom>
              <a:avLst/>
              <a:gdLst/>
              <a:ahLst/>
              <a:cxnLst/>
              <a:rect l="l" t="t" r="r" b="b"/>
              <a:pathLst>
                <a:path w="847725" h="3521075">
                  <a:moveTo>
                    <a:pt x="847521" y="3521049"/>
                  </a:moveTo>
                  <a:lnTo>
                    <a:pt x="0" y="3521049"/>
                  </a:lnTo>
                  <a:lnTo>
                    <a:pt x="0" y="0"/>
                  </a:lnTo>
                  <a:lnTo>
                    <a:pt x="847521" y="0"/>
                  </a:lnTo>
                  <a:lnTo>
                    <a:pt x="847521" y="3521049"/>
                  </a:lnTo>
                  <a:close/>
                </a:path>
              </a:pathLst>
            </a:custGeom>
            <a:grpFill/>
          </p:spPr>
          <p:txBody>
            <a:bodyPr wrap="square" lIns="0" tIns="0" rIns="0" bIns="0" rtlCol="0"/>
            <a:lstStyle/>
            <a:p>
              <a:endParaRPr/>
            </a:p>
          </p:txBody>
        </p:sp>
        <p:grpSp>
          <p:nvGrpSpPr>
            <p:cNvPr id="2" name="Group 1"/>
            <p:cNvGrpSpPr/>
            <p:nvPr userDrawn="1"/>
          </p:nvGrpSpPr>
          <p:grpSpPr>
            <a:xfrm>
              <a:off x="-8920" y="2124012"/>
              <a:ext cx="9161828" cy="865432"/>
              <a:chOff x="-8920" y="2124012"/>
              <a:chExt cx="9161828" cy="865432"/>
            </a:xfrm>
            <a:grpFill/>
          </p:grpSpPr>
          <p:sp>
            <p:nvSpPr>
              <p:cNvPr id="11" name="object 20"/>
              <p:cNvSpPr/>
              <p:nvPr userDrawn="1"/>
            </p:nvSpPr>
            <p:spPr>
              <a:xfrm>
                <a:off x="904870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2" name="object 21"/>
              <p:cNvSpPr/>
              <p:nvPr userDrawn="1"/>
            </p:nvSpPr>
            <p:spPr>
              <a:xfrm>
                <a:off x="852813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3" name="object 22"/>
              <p:cNvSpPr/>
              <p:nvPr userDrawn="1"/>
            </p:nvSpPr>
            <p:spPr>
              <a:xfrm>
                <a:off x="8007566"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4" name="object 23"/>
              <p:cNvSpPr/>
              <p:nvPr userDrawn="1"/>
            </p:nvSpPr>
            <p:spPr>
              <a:xfrm>
                <a:off x="748699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16" name="object 24"/>
              <p:cNvSpPr/>
              <p:nvPr userDrawn="1"/>
            </p:nvSpPr>
            <p:spPr>
              <a:xfrm>
                <a:off x="6966413"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17" name="object 25"/>
              <p:cNvSpPr/>
              <p:nvPr userDrawn="1"/>
            </p:nvSpPr>
            <p:spPr>
              <a:xfrm>
                <a:off x="644584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18" name="object 26"/>
              <p:cNvSpPr/>
              <p:nvPr userDrawn="1"/>
            </p:nvSpPr>
            <p:spPr>
              <a:xfrm>
                <a:off x="5925272"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19" name="object 27"/>
              <p:cNvSpPr/>
              <p:nvPr userDrawn="1"/>
            </p:nvSpPr>
            <p:spPr>
              <a:xfrm>
                <a:off x="5404677"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29" name="object 24"/>
              <p:cNvSpPr/>
              <p:nvPr userDrawn="1"/>
            </p:nvSpPr>
            <p:spPr>
              <a:xfrm>
                <a:off x="4884094"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30" name="object 25"/>
              <p:cNvSpPr/>
              <p:nvPr userDrawn="1"/>
            </p:nvSpPr>
            <p:spPr>
              <a:xfrm>
                <a:off x="436352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1" name="object 26"/>
              <p:cNvSpPr/>
              <p:nvPr userDrawn="1"/>
            </p:nvSpPr>
            <p:spPr>
              <a:xfrm>
                <a:off x="3842953"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2" name="object 27"/>
              <p:cNvSpPr/>
              <p:nvPr userDrawn="1"/>
            </p:nvSpPr>
            <p:spPr>
              <a:xfrm>
                <a:off x="3322358" y="2124012"/>
                <a:ext cx="104201" cy="865432"/>
              </a:xfrm>
              <a:custGeom>
                <a:avLst/>
                <a:gdLst/>
                <a:ahLst/>
                <a:cxnLst/>
                <a:rect l="l" t="t" r="r" b="b"/>
                <a:pathLst>
                  <a:path w="106045" h="880745">
                    <a:moveTo>
                      <a:pt x="105956" y="880262"/>
                    </a:moveTo>
                    <a:lnTo>
                      <a:pt x="0" y="880262"/>
                    </a:lnTo>
                    <a:lnTo>
                      <a:pt x="0" y="0"/>
                    </a:lnTo>
                    <a:lnTo>
                      <a:pt x="105956" y="0"/>
                    </a:lnTo>
                    <a:lnTo>
                      <a:pt x="105956" y="880262"/>
                    </a:lnTo>
                    <a:close/>
                  </a:path>
                </a:pathLst>
              </a:custGeom>
              <a:grpFill/>
            </p:spPr>
            <p:txBody>
              <a:bodyPr wrap="square" lIns="0" tIns="0" rIns="0" bIns="0" rtlCol="0"/>
              <a:lstStyle/>
              <a:p>
                <a:endParaRPr/>
              </a:p>
            </p:txBody>
          </p:sp>
          <p:sp>
            <p:nvSpPr>
              <p:cNvPr id="33" name="object 6"/>
              <p:cNvSpPr/>
              <p:nvPr userDrawn="1"/>
            </p:nvSpPr>
            <p:spPr>
              <a:xfrm>
                <a:off x="155281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4" name="object 7"/>
              <p:cNvSpPr/>
              <p:nvPr userDrawn="1"/>
            </p:nvSpPr>
            <p:spPr>
              <a:xfrm>
                <a:off x="1032246"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5" name="object 8"/>
              <p:cNvSpPr/>
              <p:nvPr userDrawn="1"/>
            </p:nvSpPr>
            <p:spPr>
              <a:xfrm>
                <a:off x="511664" y="2124012"/>
                <a:ext cx="104201" cy="865432"/>
              </a:xfrm>
              <a:custGeom>
                <a:avLst/>
                <a:gdLst/>
                <a:ahLst/>
                <a:cxnLst/>
                <a:rect l="l" t="t" r="r" b="b"/>
                <a:pathLst>
                  <a:path w="106045"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sp>
            <p:nvSpPr>
              <p:cNvPr id="36" name="object 9"/>
              <p:cNvSpPr/>
              <p:nvPr userDrawn="1"/>
            </p:nvSpPr>
            <p:spPr>
              <a:xfrm>
                <a:off x="-8920" y="2124012"/>
                <a:ext cx="104201" cy="865432"/>
              </a:xfrm>
              <a:custGeom>
                <a:avLst/>
                <a:gdLst/>
                <a:ahLst/>
                <a:cxnLst/>
                <a:rect l="l" t="t" r="r" b="b"/>
                <a:pathLst>
                  <a:path w="106044" h="880745">
                    <a:moveTo>
                      <a:pt x="105943" y="880262"/>
                    </a:moveTo>
                    <a:lnTo>
                      <a:pt x="0" y="880262"/>
                    </a:lnTo>
                    <a:lnTo>
                      <a:pt x="0" y="0"/>
                    </a:lnTo>
                    <a:lnTo>
                      <a:pt x="105943" y="0"/>
                    </a:lnTo>
                    <a:lnTo>
                      <a:pt x="105943" y="880262"/>
                    </a:lnTo>
                    <a:close/>
                  </a:path>
                </a:pathLst>
              </a:custGeom>
              <a:grpFill/>
            </p:spPr>
            <p:txBody>
              <a:bodyPr wrap="square" lIns="0" tIns="0" rIns="0" bIns="0" rtlCol="0"/>
              <a:lstStyle/>
              <a:p>
                <a:endParaRPr/>
              </a:p>
            </p:txBody>
          </p:sp>
        </p:grpSp>
      </p:grpSp>
      <p:pic>
        <p:nvPicPr>
          <p:cNvPr id="28" name="Picture 27"/>
          <p:cNvPicPr>
            <a:picLocks noChangeAspect="1"/>
          </p:cNvPicPr>
          <p:nvPr userDrawn="1"/>
        </p:nvPicPr>
        <p:blipFill>
          <a:blip r:embed="rId2"/>
          <a:stretch>
            <a:fillRect/>
          </a:stretch>
        </p:blipFill>
        <p:spPr>
          <a:xfrm>
            <a:off x="10743801" y="6126879"/>
            <a:ext cx="1216361" cy="631841"/>
          </a:xfrm>
          <a:prstGeom prst="rect">
            <a:avLst/>
          </a:prstGeom>
        </p:spPr>
      </p:pic>
    </p:spTree>
    <p:extLst>
      <p:ext uri="{BB962C8B-B14F-4D97-AF65-F5344CB8AC3E}">
        <p14:creationId xmlns:p14="http://schemas.microsoft.com/office/powerpoint/2010/main" val="206865410"/>
      </p:ext>
    </p:extLst>
  </p:cSld>
  <p:clrMapOvr>
    <a:masterClrMapping/>
  </p:clrMapOvr>
  <p:transition spd="med"/>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23_Custom Layout">
    <p:spTree>
      <p:nvGrpSpPr>
        <p:cNvPr id="1" name=""/>
        <p:cNvGrpSpPr/>
        <p:nvPr/>
      </p:nvGrpSpPr>
      <p:grpSpPr>
        <a:xfrm>
          <a:off x="0" y="0"/>
          <a:ext cx="0" cy="0"/>
          <a:chOff x="0" y="0"/>
          <a:chExt cx="0" cy="0"/>
        </a:xfrm>
      </p:grpSpPr>
      <p:sp>
        <p:nvSpPr>
          <p:cNvPr id="16" name="object 20"/>
          <p:cNvSpPr/>
          <p:nvPr userDrawn="1"/>
        </p:nvSpPr>
        <p:spPr>
          <a:xfrm>
            <a:off x="12099504" y="2884461"/>
            <a:ext cx="139333" cy="1175278"/>
          </a:xfrm>
          <a:custGeom>
            <a:avLst/>
            <a:gdLst/>
            <a:ahLst/>
            <a:cxnLst/>
            <a:rect l="l" t="t" r="r" b="b"/>
            <a:pathLst>
              <a:path w="106045" h="880745">
                <a:moveTo>
                  <a:pt x="105956" y="880262"/>
                </a:moveTo>
                <a:lnTo>
                  <a:pt x="0" y="880262"/>
                </a:lnTo>
                <a:lnTo>
                  <a:pt x="0" y="0"/>
                </a:lnTo>
                <a:lnTo>
                  <a:pt x="105956" y="0"/>
                </a:lnTo>
                <a:lnTo>
                  <a:pt x="105956" y="880262"/>
                </a:lnTo>
                <a:close/>
              </a:path>
            </a:pathLst>
          </a:custGeom>
          <a:solidFill>
            <a:srgbClr val="007CC3"/>
          </a:solidFill>
        </p:spPr>
        <p:txBody>
          <a:bodyPr wrap="square" lIns="0" tIns="0" rIns="0" bIns="0" rtlCol="0"/>
          <a:lstStyle/>
          <a:p>
            <a:endParaRPr/>
          </a:p>
        </p:txBody>
      </p:sp>
      <p:sp>
        <p:nvSpPr>
          <p:cNvPr id="20" name="object 9"/>
          <p:cNvSpPr/>
          <p:nvPr userDrawn="1"/>
        </p:nvSpPr>
        <p:spPr>
          <a:xfrm>
            <a:off x="-11927" y="2884461"/>
            <a:ext cx="139333" cy="1175278"/>
          </a:xfrm>
          <a:custGeom>
            <a:avLst/>
            <a:gdLst/>
            <a:ahLst/>
            <a:cxnLst/>
            <a:rect l="l" t="t" r="r" b="b"/>
            <a:pathLst>
              <a:path w="106044" h="880745">
                <a:moveTo>
                  <a:pt x="105943" y="880262"/>
                </a:moveTo>
                <a:lnTo>
                  <a:pt x="0" y="880262"/>
                </a:lnTo>
                <a:lnTo>
                  <a:pt x="0" y="0"/>
                </a:lnTo>
                <a:lnTo>
                  <a:pt x="105943" y="0"/>
                </a:lnTo>
                <a:lnTo>
                  <a:pt x="105943" y="880262"/>
                </a:lnTo>
                <a:close/>
              </a:path>
            </a:pathLst>
          </a:custGeom>
          <a:solidFill>
            <a:srgbClr val="007CC3"/>
          </a:solidFill>
        </p:spPr>
        <p:txBody>
          <a:bodyPr wrap="square" lIns="0" tIns="0" rIns="0" bIns="0" rtlCol="0"/>
          <a:lstStyle/>
          <a:p>
            <a:endParaRPr/>
          </a:p>
        </p:txBody>
      </p:sp>
      <p:sp>
        <p:nvSpPr>
          <p:cNvPr id="9" name="Shape 42"/>
          <p:cNvSpPr>
            <a:spLocks noGrp="1"/>
          </p:cNvSpPr>
          <p:nvPr>
            <p:ph type="sldNum" sz="quarter" idx="2"/>
          </p:nvPr>
        </p:nvSpPr>
        <p:spPr>
          <a:xfrm>
            <a:off x="11517416" y="93476"/>
            <a:ext cx="626171" cy="379433"/>
          </a:xfrm>
          <a:prstGeom prst="rect">
            <a:avLst/>
          </a:prstGeom>
        </p:spPr>
        <p:txBody>
          <a:bodyPr/>
          <a:lstStyle>
            <a:lvl1pPr algn="l">
              <a:defRPr sz="13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8" name="Picture 7"/>
          <p:cNvPicPr>
            <a:picLocks noChangeAspect="1"/>
          </p:cNvPicPr>
          <p:nvPr userDrawn="1"/>
        </p:nvPicPr>
        <p:blipFill>
          <a:blip r:embed="rId2"/>
          <a:stretch>
            <a:fillRect/>
          </a:stretch>
        </p:blipFill>
        <p:spPr>
          <a:xfrm>
            <a:off x="11021164" y="6303270"/>
            <a:ext cx="1106050" cy="574540"/>
          </a:xfrm>
          <a:prstGeom prst="rect">
            <a:avLst/>
          </a:prstGeom>
        </p:spPr>
      </p:pic>
      <p:pic>
        <p:nvPicPr>
          <p:cNvPr id="10" name="Bildobjekt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29011" y="6476598"/>
            <a:ext cx="2229148" cy="508402"/>
          </a:xfrm>
          <a:prstGeom prst="rect">
            <a:avLst/>
          </a:prstGeom>
        </p:spPr>
      </p:pic>
    </p:spTree>
    <p:extLst>
      <p:ext uri="{BB962C8B-B14F-4D97-AF65-F5344CB8AC3E}">
        <p14:creationId xmlns:p14="http://schemas.microsoft.com/office/powerpoint/2010/main" val="2595626845"/>
      </p:ext>
    </p:extLst>
  </p:cSld>
  <p:clrMapOvr>
    <a:masterClrMapping/>
  </p:clrMapOvr>
  <p:transition spd="med"/>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5"/>
          <a:stretch>
            <a:fillRect/>
          </a:stretch>
        </p:blipFill>
        <p:spPr>
          <a:xfrm>
            <a:off x="10963476" y="6346210"/>
            <a:ext cx="1106050" cy="574540"/>
          </a:xfrm>
          <a:prstGeom prst="rect">
            <a:avLst/>
          </a:prstGeom>
        </p:spPr>
      </p:pic>
      <p:sp>
        <p:nvSpPr>
          <p:cNvPr id="9" name="Shape 42"/>
          <p:cNvSpPr>
            <a:spLocks noGrp="1"/>
          </p:cNvSpPr>
          <p:nvPr>
            <p:ph type="sldNum" sz="quarter" idx="4"/>
          </p:nvPr>
        </p:nvSpPr>
        <p:spPr>
          <a:xfrm>
            <a:off x="11446482" y="184947"/>
            <a:ext cx="559318" cy="317049"/>
          </a:xfrm>
          <a:prstGeom prst="rect">
            <a:avLst/>
          </a:prstGeom>
        </p:spPr>
        <p:txBody>
          <a:bodyPr lIns="122950" tIns="61475" rIns="122950" bIns="61475"/>
          <a:lstStyle>
            <a:lvl1pPr algn="l">
              <a:defRPr sz="1300">
                <a:solidFill>
                  <a:schemeClr val="tx1">
                    <a:lumMod val="75000"/>
                    <a:lumOff val="25000"/>
                  </a:schemeClr>
                </a:solidFill>
                <a:latin typeface="Arial" panose="020B0604020202020204" pitchFamily="34" charset="0"/>
                <a:cs typeface="Arial" panose="020B0604020202020204" pitchFamily="34" charset="0"/>
              </a:defRPr>
            </a:lvl1pPr>
          </a:lstStyle>
          <a:p>
            <a:fld id="{86CB4B4D-7CA3-9044-876B-883B54F8677D}" type="slidenum">
              <a:rPr lang="en-US" smtClean="0"/>
              <a:pPr/>
              <a:t>‹#›</a:t>
            </a:fld>
            <a:endParaRPr lang="en-US" dirty="0"/>
          </a:p>
        </p:txBody>
      </p:sp>
      <p:pic>
        <p:nvPicPr>
          <p:cNvPr id="6" name="Bildobjekt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29011" y="6476598"/>
            <a:ext cx="2229148" cy="508402"/>
          </a:xfrm>
          <a:prstGeom prst="rect">
            <a:avLst/>
          </a:prstGeom>
        </p:spPr>
      </p:pic>
    </p:spTree>
    <p:extLst>
      <p:ext uri="{BB962C8B-B14F-4D97-AF65-F5344CB8AC3E}">
        <p14:creationId xmlns:p14="http://schemas.microsoft.com/office/powerpoint/2010/main" val="215113731"/>
      </p:ext>
    </p:extLst>
  </p:cSld>
  <p:clrMap bg1="lt1" tx1="dk1" bg2="lt2" tx2="dk2" accent1="accent1" accent2="accent2" accent3="accent3" accent4="accent4" accent5="accent5" accent6="accent6" hlink="hlink" folHlink="folHlink"/>
  <p:sldLayoutIdLst>
    <p:sldLayoutId id="2147483944" r:id="rId1"/>
    <p:sldLayoutId id="2147483955" r:id="rId2"/>
    <p:sldLayoutId id="2147483958" r:id="rId3"/>
  </p:sldLayoutIdLst>
  <p:hf hdr="0" ftr="0" dt="0"/>
  <p:txStyles>
    <p:titleStyle>
      <a:lvl1pPr algn="l" defTabSz="92212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30532" indent="-230532" algn="l" defTabSz="922127" rtl="0" eaLnBrk="1" latinLnBrk="0" hangingPunct="1">
        <a:lnSpc>
          <a:spcPct val="90000"/>
        </a:lnSpc>
        <a:spcBef>
          <a:spcPts val="1008"/>
        </a:spcBef>
        <a:buFont typeface="Arial" panose="020B0604020202020204" pitchFamily="34" charset="0"/>
        <a:buChar char="•"/>
        <a:defRPr sz="2800" kern="1200">
          <a:solidFill>
            <a:schemeClr val="tx1"/>
          </a:solidFill>
          <a:latin typeface="+mn-lt"/>
          <a:ea typeface="+mn-ea"/>
          <a:cs typeface="+mn-cs"/>
        </a:defRPr>
      </a:lvl1pPr>
      <a:lvl2pPr marL="691595" indent="-230532" algn="l" defTabSz="922127" rtl="0" eaLnBrk="1" latinLnBrk="0" hangingPunct="1">
        <a:lnSpc>
          <a:spcPct val="90000"/>
        </a:lnSpc>
        <a:spcBef>
          <a:spcPts val="504"/>
        </a:spcBef>
        <a:buFont typeface="Arial" panose="020B0604020202020204" pitchFamily="34" charset="0"/>
        <a:buChar char="•"/>
        <a:defRPr sz="2400" kern="1200">
          <a:solidFill>
            <a:schemeClr val="tx1"/>
          </a:solidFill>
          <a:latin typeface="+mn-lt"/>
          <a:ea typeface="+mn-ea"/>
          <a:cs typeface="+mn-cs"/>
        </a:defRPr>
      </a:lvl2pPr>
      <a:lvl3pPr marL="1152658" indent="-230532" algn="l" defTabSz="922127" rtl="0" eaLnBrk="1" latinLnBrk="0" hangingPunct="1">
        <a:lnSpc>
          <a:spcPct val="90000"/>
        </a:lnSpc>
        <a:spcBef>
          <a:spcPts val="504"/>
        </a:spcBef>
        <a:buFont typeface="Arial" panose="020B0604020202020204" pitchFamily="34" charset="0"/>
        <a:buChar char="•"/>
        <a:defRPr sz="2000" kern="1200">
          <a:solidFill>
            <a:schemeClr val="tx1"/>
          </a:solidFill>
          <a:latin typeface="+mn-lt"/>
          <a:ea typeface="+mn-ea"/>
          <a:cs typeface="+mn-cs"/>
        </a:defRPr>
      </a:lvl3pPr>
      <a:lvl4pPr marL="1613722" indent="-230532" algn="l" defTabSz="922127" rtl="0" eaLnBrk="1" latinLnBrk="0" hangingPunct="1">
        <a:lnSpc>
          <a:spcPct val="90000"/>
        </a:lnSpc>
        <a:spcBef>
          <a:spcPts val="504"/>
        </a:spcBef>
        <a:buFont typeface="Arial" panose="020B0604020202020204" pitchFamily="34" charset="0"/>
        <a:buChar char="•"/>
        <a:defRPr sz="1800" kern="1200">
          <a:solidFill>
            <a:schemeClr val="tx1"/>
          </a:solidFill>
          <a:latin typeface="+mn-lt"/>
          <a:ea typeface="+mn-ea"/>
          <a:cs typeface="+mn-cs"/>
        </a:defRPr>
      </a:lvl4pPr>
      <a:lvl5pPr marL="2074785" indent="-230532" algn="l" defTabSz="922127" rtl="0" eaLnBrk="1" latinLnBrk="0" hangingPunct="1">
        <a:lnSpc>
          <a:spcPct val="90000"/>
        </a:lnSpc>
        <a:spcBef>
          <a:spcPts val="504"/>
        </a:spcBef>
        <a:buFont typeface="Arial" panose="020B0604020202020204" pitchFamily="34" charset="0"/>
        <a:buChar char="•"/>
        <a:defRPr sz="1800" kern="1200">
          <a:solidFill>
            <a:schemeClr val="tx1"/>
          </a:solidFill>
          <a:latin typeface="+mn-lt"/>
          <a:ea typeface="+mn-ea"/>
          <a:cs typeface="+mn-cs"/>
        </a:defRPr>
      </a:lvl5pPr>
      <a:lvl6pPr marL="2535848" indent="-230532" algn="l" defTabSz="922127" rtl="0" eaLnBrk="1" latinLnBrk="0" hangingPunct="1">
        <a:lnSpc>
          <a:spcPct val="90000"/>
        </a:lnSpc>
        <a:spcBef>
          <a:spcPts val="504"/>
        </a:spcBef>
        <a:buFont typeface="Arial" panose="020B0604020202020204" pitchFamily="34" charset="0"/>
        <a:buChar char="•"/>
        <a:defRPr sz="1800" kern="1200">
          <a:solidFill>
            <a:schemeClr val="tx1"/>
          </a:solidFill>
          <a:latin typeface="+mn-lt"/>
          <a:ea typeface="+mn-ea"/>
          <a:cs typeface="+mn-cs"/>
        </a:defRPr>
      </a:lvl6pPr>
      <a:lvl7pPr marL="2996912" indent="-230532" algn="l" defTabSz="922127" rtl="0" eaLnBrk="1" latinLnBrk="0" hangingPunct="1">
        <a:lnSpc>
          <a:spcPct val="90000"/>
        </a:lnSpc>
        <a:spcBef>
          <a:spcPts val="504"/>
        </a:spcBef>
        <a:buFont typeface="Arial" panose="020B0604020202020204" pitchFamily="34" charset="0"/>
        <a:buChar char="•"/>
        <a:defRPr sz="1800" kern="1200">
          <a:solidFill>
            <a:schemeClr val="tx1"/>
          </a:solidFill>
          <a:latin typeface="+mn-lt"/>
          <a:ea typeface="+mn-ea"/>
          <a:cs typeface="+mn-cs"/>
        </a:defRPr>
      </a:lvl7pPr>
      <a:lvl8pPr marL="3457975" indent="-230532" algn="l" defTabSz="922127" rtl="0" eaLnBrk="1" latinLnBrk="0" hangingPunct="1">
        <a:lnSpc>
          <a:spcPct val="90000"/>
        </a:lnSpc>
        <a:spcBef>
          <a:spcPts val="504"/>
        </a:spcBef>
        <a:buFont typeface="Arial" panose="020B0604020202020204" pitchFamily="34" charset="0"/>
        <a:buChar char="•"/>
        <a:defRPr sz="1800" kern="1200">
          <a:solidFill>
            <a:schemeClr val="tx1"/>
          </a:solidFill>
          <a:latin typeface="+mn-lt"/>
          <a:ea typeface="+mn-ea"/>
          <a:cs typeface="+mn-cs"/>
        </a:defRPr>
      </a:lvl8pPr>
      <a:lvl9pPr marL="3919038" indent="-230532" algn="l" defTabSz="922127" rtl="0" eaLnBrk="1" latinLnBrk="0" hangingPunct="1">
        <a:lnSpc>
          <a:spcPct val="90000"/>
        </a:lnSpc>
        <a:spcBef>
          <a:spcPts val="504"/>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22127" rtl="0" eaLnBrk="1" latinLnBrk="0" hangingPunct="1">
        <a:defRPr sz="1800" kern="1200">
          <a:solidFill>
            <a:schemeClr val="tx1"/>
          </a:solidFill>
          <a:latin typeface="+mn-lt"/>
          <a:ea typeface="+mn-ea"/>
          <a:cs typeface="+mn-cs"/>
        </a:defRPr>
      </a:lvl1pPr>
      <a:lvl2pPr marL="461063" algn="l" defTabSz="922127" rtl="0" eaLnBrk="1" latinLnBrk="0" hangingPunct="1">
        <a:defRPr sz="1800" kern="1200">
          <a:solidFill>
            <a:schemeClr val="tx1"/>
          </a:solidFill>
          <a:latin typeface="+mn-lt"/>
          <a:ea typeface="+mn-ea"/>
          <a:cs typeface="+mn-cs"/>
        </a:defRPr>
      </a:lvl2pPr>
      <a:lvl3pPr marL="922127" algn="l" defTabSz="922127" rtl="0" eaLnBrk="1" latinLnBrk="0" hangingPunct="1">
        <a:defRPr sz="1800" kern="1200">
          <a:solidFill>
            <a:schemeClr val="tx1"/>
          </a:solidFill>
          <a:latin typeface="+mn-lt"/>
          <a:ea typeface="+mn-ea"/>
          <a:cs typeface="+mn-cs"/>
        </a:defRPr>
      </a:lvl3pPr>
      <a:lvl4pPr marL="1383190" algn="l" defTabSz="922127" rtl="0" eaLnBrk="1" latinLnBrk="0" hangingPunct="1">
        <a:defRPr sz="1800" kern="1200">
          <a:solidFill>
            <a:schemeClr val="tx1"/>
          </a:solidFill>
          <a:latin typeface="+mn-lt"/>
          <a:ea typeface="+mn-ea"/>
          <a:cs typeface="+mn-cs"/>
        </a:defRPr>
      </a:lvl4pPr>
      <a:lvl5pPr marL="1844253" algn="l" defTabSz="922127" rtl="0" eaLnBrk="1" latinLnBrk="0" hangingPunct="1">
        <a:defRPr sz="1800" kern="1200">
          <a:solidFill>
            <a:schemeClr val="tx1"/>
          </a:solidFill>
          <a:latin typeface="+mn-lt"/>
          <a:ea typeface="+mn-ea"/>
          <a:cs typeface="+mn-cs"/>
        </a:defRPr>
      </a:lvl5pPr>
      <a:lvl6pPr marL="2305317" algn="l" defTabSz="922127" rtl="0" eaLnBrk="1" latinLnBrk="0" hangingPunct="1">
        <a:defRPr sz="1800" kern="1200">
          <a:solidFill>
            <a:schemeClr val="tx1"/>
          </a:solidFill>
          <a:latin typeface="+mn-lt"/>
          <a:ea typeface="+mn-ea"/>
          <a:cs typeface="+mn-cs"/>
        </a:defRPr>
      </a:lvl6pPr>
      <a:lvl7pPr marL="2766380" algn="l" defTabSz="922127" rtl="0" eaLnBrk="1" latinLnBrk="0" hangingPunct="1">
        <a:defRPr sz="1800" kern="1200">
          <a:solidFill>
            <a:schemeClr val="tx1"/>
          </a:solidFill>
          <a:latin typeface="+mn-lt"/>
          <a:ea typeface="+mn-ea"/>
          <a:cs typeface="+mn-cs"/>
        </a:defRPr>
      </a:lvl7pPr>
      <a:lvl8pPr marL="3227443" algn="l" defTabSz="922127" rtl="0" eaLnBrk="1" latinLnBrk="0" hangingPunct="1">
        <a:defRPr sz="1800" kern="1200">
          <a:solidFill>
            <a:schemeClr val="tx1"/>
          </a:solidFill>
          <a:latin typeface="+mn-lt"/>
          <a:ea typeface="+mn-ea"/>
          <a:cs typeface="+mn-cs"/>
        </a:defRPr>
      </a:lvl8pPr>
      <a:lvl9pPr marL="3688507" algn="l" defTabSz="92212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374"/>
          <p:cNvSpPr txBox="1">
            <a:spLocks/>
          </p:cNvSpPr>
          <p:nvPr/>
        </p:nvSpPr>
        <p:spPr>
          <a:xfrm>
            <a:off x="191069" y="4454550"/>
            <a:ext cx="5186149" cy="993595"/>
          </a:xfrm>
          <a:prstGeom prst="rect">
            <a:avLst/>
          </a:prstGeom>
        </p:spPr>
        <p:txBody>
          <a:bodyPr vert="horz" lIns="122950" tIns="61475" rIns="122950" bIns="61475">
            <a:noAutofit/>
          </a:bodyPr>
          <a:lstStyle>
            <a:lvl1pPr algn="l" defTabSz="685800" rtl="0" eaLnBrk="1" latinLnBrk="0" hangingPunct="1">
              <a:lnSpc>
                <a:spcPct val="90000"/>
              </a:lnSpc>
              <a:spcBef>
                <a:spcPct val="0"/>
              </a:spcBef>
              <a:buNone/>
              <a:defRPr sz="2500" kern="1200">
                <a:solidFill>
                  <a:srgbClr val="007DC3"/>
                </a:solidFill>
                <a:latin typeface="+mj-lt"/>
                <a:ea typeface="+mj-ea"/>
                <a:cs typeface="+mj-cs"/>
              </a:defRPr>
            </a:lvl1pPr>
          </a:lstStyle>
          <a:p>
            <a:r>
              <a:rPr lang="en-US" sz="2400"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Oracle Enterprise Manager 13c Administration</a:t>
            </a:r>
            <a:endParaRPr lang="en-US" sz="2400"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23219595"/>
      </p:ext>
    </p:extLst>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2</a:t>
            </a:fld>
            <a:endParaRPr lang="en-US" dirty="0"/>
          </a:p>
        </p:txBody>
      </p:sp>
      <p:sp>
        <p:nvSpPr>
          <p:cNvPr id="3" name="Title 1"/>
          <p:cNvSpPr txBox="1">
            <a:spLocks/>
          </p:cNvSpPr>
          <p:nvPr>
            <p:custDataLst>
              <p:tags r:id="rId1"/>
            </p:custDataLst>
          </p:nvPr>
        </p:nvSpPr>
        <p:spPr>
          <a:xfrm>
            <a:off x="232350" y="146018"/>
            <a:ext cx="3571554" cy="400082"/>
          </a:xfrm>
          <a:prstGeom prst="rect">
            <a:avLst/>
          </a:prstGeom>
        </p:spPr>
        <p:txBody>
          <a:bodyPr vert="horz" lIns="65246" tIns="32623" rIns="65246" bIns="32623" rtlCol="0" anchor="ctr">
            <a:noAutofit/>
          </a:bodyPr>
          <a:lstStyle>
            <a:lvl1pPr defTabSz="914400">
              <a:lnSpc>
                <a:spcPct val="90000"/>
              </a:lnSpc>
              <a:spcBef>
                <a:spcPct val="0"/>
              </a:spcBef>
              <a:defRPr sz="2200" b="1" kern="1200">
                <a:latin typeface="Franklin Gothic Book" panose="020B0503020102020204" pitchFamily="34" charset="0"/>
                <a:ea typeface="Arial"/>
                <a:cs typeface="Arial"/>
                <a:sym typeface="Arial"/>
              </a:defRPr>
            </a:lvl1pPr>
            <a:lvl2pPr indent="0">
              <a:defRPr sz="2400">
                <a:solidFill>
                  <a:srgbClr val="2670C3"/>
                </a:solidFill>
                <a:latin typeface="Arial"/>
                <a:ea typeface="Arial"/>
                <a:cs typeface="Arial"/>
                <a:sym typeface="Arial"/>
              </a:defRPr>
            </a:lvl2pPr>
            <a:lvl3pPr indent="0">
              <a:defRPr sz="2400">
                <a:solidFill>
                  <a:srgbClr val="2670C3"/>
                </a:solidFill>
                <a:latin typeface="Arial"/>
                <a:ea typeface="Arial"/>
                <a:cs typeface="Arial"/>
                <a:sym typeface="Arial"/>
              </a:defRPr>
            </a:lvl3pPr>
            <a:lvl4pPr indent="0">
              <a:defRPr sz="2400">
                <a:solidFill>
                  <a:srgbClr val="2670C3"/>
                </a:solidFill>
                <a:latin typeface="Arial"/>
                <a:ea typeface="Arial"/>
                <a:cs typeface="Arial"/>
                <a:sym typeface="Arial"/>
              </a:defRPr>
            </a:lvl4pPr>
            <a:lvl5pPr indent="0">
              <a:defRPr sz="2400">
                <a:solidFill>
                  <a:srgbClr val="2670C3"/>
                </a:solidFill>
                <a:latin typeface="Arial"/>
                <a:ea typeface="Arial"/>
                <a:cs typeface="Arial"/>
                <a:sym typeface="Arial"/>
              </a:defRPr>
            </a:lvl5pPr>
            <a:lvl6pPr indent="0">
              <a:defRPr sz="2400">
                <a:solidFill>
                  <a:srgbClr val="2670C3"/>
                </a:solidFill>
                <a:latin typeface="Arial"/>
                <a:ea typeface="Arial"/>
                <a:cs typeface="Arial"/>
                <a:sym typeface="Arial"/>
              </a:defRPr>
            </a:lvl6pPr>
            <a:lvl7pPr indent="0">
              <a:defRPr sz="2400">
                <a:solidFill>
                  <a:srgbClr val="2670C3"/>
                </a:solidFill>
                <a:latin typeface="Arial"/>
                <a:ea typeface="Arial"/>
                <a:cs typeface="Arial"/>
                <a:sym typeface="Arial"/>
              </a:defRPr>
            </a:lvl7pPr>
            <a:lvl8pPr indent="0">
              <a:defRPr sz="2400">
                <a:solidFill>
                  <a:srgbClr val="2670C3"/>
                </a:solidFill>
                <a:latin typeface="Arial"/>
                <a:ea typeface="Arial"/>
                <a:cs typeface="Arial"/>
                <a:sym typeface="Arial"/>
              </a:defRPr>
            </a:lvl8pPr>
            <a:lvl9pPr indent="0">
              <a:defRPr sz="2400">
                <a:solidFill>
                  <a:srgbClr val="2670C3"/>
                </a:solidFill>
                <a:latin typeface="Arial"/>
                <a:ea typeface="Arial"/>
                <a:cs typeface="Arial"/>
                <a:sym typeface="Arial"/>
              </a:defRPr>
            </a:lvl9pPr>
          </a:lstStyle>
          <a:p>
            <a:r>
              <a:rPr lang="en-GB" sz="2400" dirty="0">
                <a:solidFill>
                  <a:srgbClr val="0070C0"/>
                </a:solidFill>
                <a:latin typeface="Segoe UI" panose="020B0502040204020203" pitchFamily="34" charset="0"/>
                <a:ea typeface="Segoe UI" panose="020B0502040204020203" pitchFamily="34" charset="0"/>
                <a:cs typeface="Segoe UI" panose="020B0502040204020203" pitchFamily="34" charset="0"/>
              </a:rPr>
              <a:t>Agenda</a:t>
            </a:r>
          </a:p>
        </p:txBody>
      </p:sp>
      <p:sp>
        <p:nvSpPr>
          <p:cNvPr id="4" name="TextBox 3"/>
          <p:cNvSpPr txBox="1"/>
          <p:nvPr/>
        </p:nvSpPr>
        <p:spPr>
          <a:xfrm>
            <a:off x="420713" y="1046411"/>
            <a:ext cx="10661904" cy="2954655"/>
          </a:xfrm>
          <a:prstGeom prst="rect">
            <a:avLst/>
          </a:prstGeom>
          <a:noFill/>
        </p:spPr>
        <p:txBody>
          <a:bodyPr wrap="square" rtlCol="0">
            <a:spAutoFit/>
          </a:bodyPr>
          <a:lstStyle/>
          <a:p>
            <a:pPr marL="285750" lvl="0" indent="-285750">
              <a:buFont typeface="Wingdings" panose="05000000000000000000" pitchFamily="2" charset="2"/>
              <a:buChar char="§"/>
            </a:pPr>
            <a:r>
              <a:rPr lang="en-US" sz="1800" dirty="0" smtClean="0"/>
              <a:t>What is OEM</a:t>
            </a:r>
          </a:p>
          <a:p>
            <a:pPr marL="285750" lvl="0" indent="-285750">
              <a:buFont typeface="Wingdings" panose="05000000000000000000" pitchFamily="2" charset="2"/>
              <a:buChar char="§"/>
            </a:pPr>
            <a:r>
              <a:rPr lang="en-US" sz="1800" dirty="0" smtClean="0"/>
              <a:t>Architecture of OEM</a:t>
            </a:r>
          </a:p>
          <a:p>
            <a:pPr marL="285750" lvl="0" indent="-285750">
              <a:buFont typeface="Wingdings" panose="05000000000000000000" pitchFamily="2" charset="2"/>
              <a:buChar char="§"/>
            </a:pPr>
            <a:r>
              <a:rPr lang="en-US" sz="1800" dirty="0"/>
              <a:t>OEM 13c Agent</a:t>
            </a:r>
          </a:p>
          <a:p>
            <a:pPr marL="285750" lvl="0" indent="-285750">
              <a:buFont typeface="Wingdings" panose="05000000000000000000" pitchFamily="2" charset="2"/>
              <a:buChar char="§"/>
            </a:pPr>
            <a:r>
              <a:rPr lang="en-US" sz="1800" dirty="0"/>
              <a:t>Metric collection and setting</a:t>
            </a:r>
          </a:p>
          <a:p>
            <a:pPr marL="285750" lvl="0" indent="-285750">
              <a:buFont typeface="Wingdings" panose="05000000000000000000" pitchFamily="2" charset="2"/>
              <a:buChar char="§"/>
            </a:pPr>
            <a:r>
              <a:rPr lang="en-US" sz="1800" dirty="0"/>
              <a:t>Monitoring Templates</a:t>
            </a:r>
          </a:p>
          <a:p>
            <a:pPr marL="285750" lvl="0" indent="-285750">
              <a:buFont typeface="Wingdings" panose="05000000000000000000" pitchFamily="2" charset="2"/>
              <a:buChar char="§"/>
            </a:pPr>
            <a:r>
              <a:rPr lang="en-US" sz="1800" dirty="0"/>
              <a:t>Incident Rules</a:t>
            </a:r>
          </a:p>
          <a:p>
            <a:pPr marL="285750" lvl="0" indent="-285750">
              <a:buFont typeface="Wingdings" panose="05000000000000000000" pitchFamily="2" charset="2"/>
              <a:buChar char="§"/>
            </a:pPr>
            <a:r>
              <a:rPr lang="en-US" sz="1800" dirty="0"/>
              <a:t>Blackout creation/Stop</a:t>
            </a:r>
          </a:p>
          <a:p>
            <a:pPr marL="285750" lvl="0" indent="-285750">
              <a:buFont typeface="Wingdings" panose="05000000000000000000" pitchFamily="2" charset="2"/>
              <a:buChar char="§"/>
            </a:pPr>
            <a:r>
              <a:rPr lang="en-US" sz="1800" dirty="0"/>
              <a:t>OEM start/stop/status</a:t>
            </a:r>
          </a:p>
          <a:p>
            <a:pPr marL="285750" lvl="0" indent="-285750">
              <a:buFont typeface="Wingdings" panose="05000000000000000000" pitchFamily="2" charset="2"/>
              <a:buChar char="§"/>
            </a:pPr>
            <a:r>
              <a:rPr lang="en-US" sz="1800" dirty="0"/>
              <a:t>Known issues</a:t>
            </a:r>
          </a:p>
          <a:p>
            <a:pPr marL="342900" indent="-342900">
              <a:buFont typeface="Arial" panose="020B0604020202020204" pitchFamily="34" charset="0"/>
              <a:buChar char="•"/>
            </a:pPr>
            <a:endParaRPr lang="en-US" dirty="0" smtClean="0"/>
          </a:p>
        </p:txBody>
      </p:sp>
    </p:spTree>
    <p:extLst>
      <p:ext uri="{BB962C8B-B14F-4D97-AF65-F5344CB8AC3E}">
        <p14:creationId xmlns:p14="http://schemas.microsoft.com/office/powerpoint/2010/main" val="2208721221"/>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3</a:t>
            </a:fld>
            <a:endParaRPr lang="en-US" dirty="0"/>
          </a:p>
        </p:txBody>
      </p:sp>
      <p:sp>
        <p:nvSpPr>
          <p:cNvPr id="3" name="Rectangle 2"/>
          <p:cNvSpPr/>
          <p:nvPr/>
        </p:nvSpPr>
        <p:spPr>
          <a:xfrm>
            <a:off x="351432" y="320505"/>
            <a:ext cx="2635658"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What is OEM 13c</a:t>
            </a:r>
            <a:endPar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Rectangle 4"/>
          <p:cNvSpPr/>
          <p:nvPr/>
        </p:nvSpPr>
        <p:spPr>
          <a:xfrm>
            <a:off x="638978" y="1421176"/>
            <a:ext cx="10554159" cy="2585323"/>
          </a:xfrm>
          <a:prstGeom prst="rect">
            <a:avLst/>
          </a:prstGeom>
        </p:spPr>
        <p:txBody>
          <a:bodyPr wrap="square">
            <a:spAutoFit/>
          </a:bodyPr>
          <a:lstStyle/>
          <a:p>
            <a:pPr marL="285750" indent="-285750">
              <a:buFont typeface="Wingdings" panose="05000000000000000000" pitchFamily="2" charset="2"/>
              <a:buChar char="§"/>
            </a:pPr>
            <a:r>
              <a:rPr lang="en-US" sz="1800" dirty="0"/>
              <a:t>OEM is system management tool which provide an integrated solution for managing and monitoring Infra </a:t>
            </a:r>
            <a:r>
              <a:rPr lang="en-US" sz="1800"/>
              <a:t>resource</a:t>
            </a:r>
            <a:r>
              <a:rPr lang="en-US" sz="1800" smtClean="0"/>
              <a:t>.</a:t>
            </a:r>
          </a:p>
          <a:p>
            <a:pPr marL="285750" indent="-285750">
              <a:buFont typeface="Wingdings" panose="05000000000000000000" pitchFamily="2" charset="2"/>
              <a:buChar char="§"/>
            </a:pPr>
            <a:endParaRPr lang="en-US" sz="1800" dirty="0"/>
          </a:p>
          <a:p>
            <a:pPr marL="285750" indent="-285750">
              <a:buFont typeface="Wingdings" panose="05000000000000000000" pitchFamily="2" charset="2"/>
              <a:buChar char="§"/>
            </a:pPr>
            <a:r>
              <a:rPr lang="en-US" sz="1800" dirty="0"/>
              <a:t>Using OEM we can accomplish below </a:t>
            </a:r>
            <a:r>
              <a:rPr lang="en-US" sz="1800" dirty="0" smtClean="0"/>
              <a:t>tasks:</a:t>
            </a:r>
          </a:p>
          <a:p>
            <a:pPr marL="900501" lvl="1" indent="-285750">
              <a:buFont typeface="Wingdings" panose="05000000000000000000" pitchFamily="2" charset="2"/>
              <a:buChar char="§"/>
            </a:pPr>
            <a:r>
              <a:rPr lang="en-US" sz="1800" dirty="0"/>
              <a:t>Administer, diagnose, and tune multiple databases and WebLogic</a:t>
            </a:r>
          </a:p>
          <a:p>
            <a:pPr marL="900501" lvl="1" indent="-285750">
              <a:buFont typeface="Wingdings" panose="05000000000000000000" pitchFamily="2" charset="2"/>
              <a:buChar char="§"/>
            </a:pPr>
            <a:r>
              <a:rPr lang="en-US" sz="1800" dirty="0"/>
              <a:t>Distribute software to multiple servers and clients</a:t>
            </a:r>
          </a:p>
          <a:p>
            <a:pPr marL="900501" lvl="1" indent="-285750">
              <a:buFont typeface="Wingdings" panose="05000000000000000000" pitchFamily="2" charset="2"/>
              <a:buChar char="§"/>
            </a:pPr>
            <a:r>
              <a:rPr lang="en-US" sz="1800" dirty="0"/>
              <a:t>Schedule jobs on multiple nodes at varying time intervals</a:t>
            </a:r>
          </a:p>
          <a:p>
            <a:pPr marL="900501" lvl="1" indent="-285750">
              <a:buFont typeface="Wingdings" panose="05000000000000000000" pitchFamily="2" charset="2"/>
              <a:buChar char="§"/>
            </a:pPr>
            <a:r>
              <a:rPr lang="en-US" sz="1800" dirty="0"/>
              <a:t>Monitor objects and events throughout the network</a:t>
            </a:r>
          </a:p>
          <a:p>
            <a:pPr marL="900501" lvl="1" indent="-285750">
              <a:buFont typeface="Wingdings" panose="05000000000000000000" pitchFamily="2" charset="2"/>
              <a:buChar char="§"/>
            </a:pPr>
            <a:r>
              <a:rPr lang="en-US" sz="1800" dirty="0"/>
              <a:t>Integrate participating Oracle or third-party tools</a:t>
            </a:r>
            <a:endParaRPr lang="sv-SE" sz="1800" dirty="0"/>
          </a:p>
        </p:txBody>
      </p:sp>
    </p:spTree>
    <p:extLst>
      <p:ext uri="{BB962C8B-B14F-4D97-AF65-F5344CB8AC3E}">
        <p14:creationId xmlns:p14="http://schemas.microsoft.com/office/powerpoint/2010/main" val="1157618963"/>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4</a:t>
            </a:fld>
            <a:endParaRPr lang="en-US" dirty="0"/>
          </a:p>
        </p:txBody>
      </p:sp>
      <p:sp>
        <p:nvSpPr>
          <p:cNvPr id="3" name="Rectangle 2"/>
          <p:cNvSpPr/>
          <p:nvPr/>
        </p:nvSpPr>
        <p:spPr>
          <a:xfrm>
            <a:off x="351432" y="320505"/>
            <a:ext cx="3332515"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OEM </a:t>
            </a:r>
            <a:r>
              <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rPr>
              <a:t>13c Architecture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075" y="1013551"/>
            <a:ext cx="6796694" cy="5143616"/>
          </a:xfrm>
          <a:prstGeom prst="rect">
            <a:avLst/>
          </a:prstGeom>
        </p:spPr>
      </p:pic>
    </p:spTree>
    <p:extLst>
      <p:ext uri="{BB962C8B-B14F-4D97-AF65-F5344CB8AC3E}">
        <p14:creationId xmlns:p14="http://schemas.microsoft.com/office/powerpoint/2010/main" val="2457139191"/>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5</a:t>
            </a:fld>
            <a:endParaRPr lang="en-US" dirty="0"/>
          </a:p>
        </p:txBody>
      </p:sp>
      <p:sp>
        <p:nvSpPr>
          <p:cNvPr id="3" name="Rectangle 2"/>
          <p:cNvSpPr/>
          <p:nvPr/>
        </p:nvSpPr>
        <p:spPr>
          <a:xfrm>
            <a:off x="351432" y="320505"/>
            <a:ext cx="3332515"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OEM </a:t>
            </a:r>
            <a:r>
              <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rPr>
              <a:t>13c Architecture</a:t>
            </a:r>
          </a:p>
        </p:txBody>
      </p:sp>
      <p:sp>
        <p:nvSpPr>
          <p:cNvPr id="5" name="Rectangle 4"/>
          <p:cNvSpPr/>
          <p:nvPr/>
        </p:nvSpPr>
        <p:spPr>
          <a:xfrm>
            <a:off x="300408" y="1263631"/>
            <a:ext cx="11407515" cy="4524315"/>
          </a:xfrm>
          <a:prstGeom prst="rect">
            <a:avLst/>
          </a:prstGeom>
        </p:spPr>
        <p:txBody>
          <a:bodyPr wrap="square">
            <a:spAutoFit/>
          </a:bodyPr>
          <a:lstStyle/>
          <a:p>
            <a:pPr marL="285750" indent="-285750">
              <a:buFont typeface="Wingdings" panose="05000000000000000000" pitchFamily="2" charset="2"/>
              <a:buChar char="§"/>
            </a:pPr>
            <a:r>
              <a:rPr lang="en-US" sz="1800" dirty="0" smtClean="0"/>
              <a:t>Enterprise </a:t>
            </a:r>
            <a:r>
              <a:rPr lang="en-US" sz="1800" dirty="0"/>
              <a:t>Manager Cloud Control includes the following components</a:t>
            </a:r>
            <a:r>
              <a:rPr lang="en-US" sz="1800" dirty="0" smtClean="0"/>
              <a:t>:</a:t>
            </a:r>
          </a:p>
          <a:p>
            <a:pPr marL="285750" indent="-285750">
              <a:buFont typeface="Wingdings" panose="05000000000000000000" pitchFamily="2" charset="2"/>
              <a:buChar char="§"/>
            </a:pPr>
            <a:endParaRPr lang="en-US" sz="1800" dirty="0" smtClean="0"/>
          </a:p>
          <a:p>
            <a:pPr marL="285750" indent="-285750">
              <a:buFont typeface="Wingdings" panose="05000000000000000000" pitchFamily="2" charset="2"/>
              <a:buChar char="§"/>
            </a:pPr>
            <a:r>
              <a:rPr lang="fr-FR" sz="1800" b="1" dirty="0"/>
              <a:t>Oracle Management </a:t>
            </a:r>
            <a:r>
              <a:rPr lang="fr-FR" sz="1800" b="1" dirty="0" smtClean="0"/>
              <a:t>Agent</a:t>
            </a:r>
          </a:p>
          <a:p>
            <a:pPr marL="900501" lvl="1" indent="-285750">
              <a:buFont typeface="Wingdings" panose="05000000000000000000" pitchFamily="2" charset="2"/>
              <a:buChar char="§"/>
            </a:pPr>
            <a:r>
              <a:rPr lang="en-US" sz="1800" dirty="0"/>
              <a:t>OEM agent is software component deployed on each monitored host.</a:t>
            </a:r>
          </a:p>
          <a:p>
            <a:pPr marL="900501" lvl="1" indent="-285750">
              <a:buFont typeface="Wingdings" panose="05000000000000000000" pitchFamily="2" charset="2"/>
              <a:buChar char="§"/>
            </a:pPr>
            <a:r>
              <a:rPr lang="en-US" sz="1800" dirty="0"/>
              <a:t>OEM agents are responsible of monitoring all targets running on those hosts and communicating that information to OMS</a:t>
            </a:r>
            <a:r>
              <a:rPr lang="en-US" sz="1800" dirty="0" smtClean="0"/>
              <a:t>.</a:t>
            </a:r>
          </a:p>
          <a:p>
            <a:pPr marL="900501" lvl="1" indent="-285750">
              <a:buFont typeface="Wingdings" panose="05000000000000000000" pitchFamily="2" charset="2"/>
              <a:buChar char="§"/>
            </a:pPr>
            <a:endParaRPr lang="fr-FR" sz="1800" dirty="0"/>
          </a:p>
          <a:p>
            <a:pPr marL="285750" indent="-285750">
              <a:buFont typeface="Wingdings" panose="05000000000000000000" pitchFamily="2" charset="2"/>
              <a:buChar char="§"/>
            </a:pPr>
            <a:r>
              <a:rPr lang="fr-FR" sz="1800" b="1" dirty="0"/>
              <a:t>Oracle Management </a:t>
            </a:r>
            <a:r>
              <a:rPr lang="fr-FR" sz="1800" b="1" dirty="0" smtClean="0"/>
              <a:t>Service</a:t>
            </a:r>
          </a:p>
          <a:p>
            <a:pPr marL="900501" lvl="1" indent="-285750">
              <a:buFont typeface="Wingdings" panose="05000000000000000000" pitchFamily="2" charset="2"/>
              <a:buChar char="§"/>
            </a:pPr>
            <a:r>
              <a:rPr lang="en-US" sz="1800" dirty="0"/>
              <a:t>OMS is a Web-based application that orchestrates with the Management Agents and the Management Plug-ins to discover targets, monitor and manage those targets, and store the collected information in a repository for future reference and analysis</a:t>
            </a:r>
            <a:r>
              <a:rPr lang="en-US" sz="1800" dirty="0" smtClean="0"/>
              <a:t>.</a:t>
            </a:r>
          </a:p>
          <a:p>
            <a:pPr marL="900501" lvl="1" indent="-285750">
              <a:buFont typeface="Wingdings" panose="05000000000000000000" pitchFamily="2" charset="2"/>
              <a:buChar char="§"/>
            </a:pPr>
            <a:endParaRPr lang="fr-FR" sz="1800" dirty="0"/>
          </a:p>
          <a:p>
            <a:pPr marL="285750" indent="-285750">
              <a:buFont typeface="Wingdings" panose="05000000000000000000" pitchFamily="2" charset="2"/>
              <a:buChar char="§"/>
            </a:pPr>
            <a:r>
              <a:rPr lang="fr-FR" sz="1800" b="1" dirty="0"/>
              <a:t>Oracle Management </a:t>
            </a:r>
            <a:r>
              <a:rPr lang="en-US" sz="1800" b="1" dirty="0" smtClean="0"/>
              <a:t>Repository</a:t>
            </a:r>
          </a:p>
          <a:p>
            <a:pPr marL="900501" lvl="1" indent="-285750">
              <a:buFont typeface="Wingdings" panose="05000000000000000000" pitchFamily="2" charset="2"/>
              <a:buChar char="§"/>
            </a:pPr>
            <a:r>
              <a:rPr lang="en-US" sz="1800" dirty="0"/>
              <a:t>Management Repository is Oracle database.</a:t>
            </a:r>
          </a:p>
          <a:p>
            <a:pPr marL="900501" lvl="1" indent="-285750">
              <a:buFont typeface="Wingdings" panose="05000000000000000000" pitchFamily="2" charset="2"/>
              <a:buChar char="§"/>
            </a:pPr>
            <a:r>
              <a:rPr lang="en-US" sz="1800" dirty="0"/>
              <a:t>OMS uploads the monitoring data it receives from the OEM Agents to the Management Repository</a:t>
            </a:r>
            <a:r>
              <a:rPr lang="en-US" sz="1800" dirty="0" smtClean="0"/>
              <a:t>.</a:t>
            </a:r>
          </a:p>
          <a:p>
            <a:pPr marL="900501" lvl="1" indent="-285750">
              <a:buFont typeface="Wingdings" panose="05000000000000000000" pitchFamily="2" charset="2"/>
              <a:buChar char="§"/>
            </a:pPr>
            <a:endParaRPr lang="en-US" sz="1800" dirty="0"/>
          </a:p>
        </p:txBody>
      </p:sp>
    </p:spTree>
    <p:extLst>
      <p:ext uri="{BB962C8B-B14F-4D97-AF65-F5344CB8AC3E}">
        <p14:creationId xmlns:p14="http://schemas.microsoft.com/office/powerpoint/2010/main" val="66714544"/>
      </p:ext>
    </p:extLst>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6</a:t>
            </a:fld>
            <a:endParaRPr lang="en-US" dirty="0"/>
          </a:p>
        </p:txBody>
      </p:sp>
      <p:sp>
        <p:nvSpPr>
          <p:cNvPr id="3" name="Rectangle 2"/>
          <p:cNvSpPr/>
          <p:nvPr/>
        </p:nvSpPr>
        <p:spPr>
          <a:xfrm>
            <a:off x="351432" y="320505"/>
            <a:ext cx="4225387"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OEM </a:t>
            </a:r>
            <a:r>
              <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rPr>
              <a:t>13c </a:t>
            </a:r>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Architecture cont..</a:t>
            </a:r>
            <a:endPar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Rectangle 4"/>
          <p:cNvSpPr/>
          <p:nvPr/>
        </p:nvSpPr>
        <p:spPr>
          <a:xfrm>
            <a:off x="300408" y="1263631"/>
            <a:ext cx="11407515" cy="3970318"/>
          </a:xfrm>
          <a:prstGeom prst="rect">
            <a:avLst/>
          </a:prstGeom>
        </p:spPr>
        <p:txBody>
          <a:bodyPr wrap="square">
            <a:spAutoFit/>
          </a:bodyPr>
          <a:lstStyle/>
          <a:p>
            <a:pPr marL="285750" indent="-285750">
              <a:buFont typeface="Wingdings" panose="05000000000000000000" pitchFamily="2" charset="2"/>
              <a:buChar char="§"/>
            </a:pPr>
            <a:r>
              <a:rPr lang="fr-FR" sz="1800" b="1" dirty="0" smtClean="0"/>
              <a:t>Plug-ins</a:t>
            </a:r>
          </a:p>
          <a:p>
            <a:pPr marL="900501" lvl="1" indent="-285750">
              <a:buFont typeface="Wingdings" panose="05000000000000000000" pitchFamily="2" charset="2"/>
              <a:buChar char="§"/>
            </a:pPr>
            <a:r>
              <a:rPr lang="en-US" sz="1800" dirty="0"/>
              <a:t>Plug-ins are OEM feature for managing and monitoring Oracle technologies, such as Oracle database, WebLogic, and Oracle Fusion applications.</a:t>
            </a:r>
          </a:p>
          <a:p>
            <a:pPr marL="900501" lvl="1" indent="-285750">
              <a:buFont typeface="Wingdings" panose="05000000000000000000" pitchFamily="2" charset="2"/>
              <a:buChar char="§"/>
            </a:pPr>
            <a:r>
              <a:rPr lang="en-US" sz="1800" dirty="0" smtClean="0"/>
              <a:t>Default management </a:t>
            </a:r>
            <a:r>
              <a:rPr lang="en-US" sz="1800" dirty="0"/>
              <a:t>Plug-ins </a:t>
            </a:r>
            <a:r>
              <a:rPr lang="en-US" sz="1800" dirty="0" smtClean="0"/>
              <a:t>are </a:t>
            </a:r>
          </a:p>
          <a:p>
            <a:pPr marL="1515252" lvl="2" indent="-285750">
              <a:buFont typeface="Wingdings" panose="05000000000000000000" pitchFamily="2" charset="2"/>
              <a:buChar char="§"/>
            </a:pPr>
            <a:r>
              <a:rPr lang="fr-FR" sz="1800" dirty="0" smtClean="0"/>
              <a:t>Oracle </a:t>
            </a:r>
            <a:r>
              <a:rPr lang="fr-FR" sz="1800" dirty="0" err="1"/>
              <a:t>Database</a:t>
            </a:r>
            <a:endParaRPr lang="fr-FR" sz="1800" dirty="0"/>
          </a:p>
          <a:p>
            <a:pPr marL="1515252" lvl="2" indent="-285750">
              <a:buFont typeface="Wingdings" panose="05000000000000000000" pitchFamily="2" charset="2"/>
              <a:buChar char="§"/>
            </a:pPr>
            <a:r>
              <a:rPr lang="fr-FR" sz="1800" dirty="0"/>
              <a:t>Oracle Fusion Middleware</a:t>
            </a:r>
          </a:p>
          <a:p>
            <a:pPr marL="1515252" lvl="2" indent="-285750">
              <a:buFont typeface="Wingdings" panose="05000000000000000000" pitchFamily="2" charset="2"/>
              <a:buChar char="§"/>
            </a:pPr>
            <a:r>
              <a:rPr lang="fr-FR" sz="1800" dirty="0" err="1"/>
              <a:t>My</a:t>
            </a:r>
            <a:r>
              <a:rPr lang="fr-FR" sz="1800" dirty="0"/>
              <a:t> Oracle Support</a:t>
            </a:r>
          </a:p>
          <a:p>
            <a:pPr marL="1515252" lvl="2" indent="-285750">
              <a:buFont typeface="Wingdings" panose="05000000000000000000" pitchFamily="2" charset="2"/>
              <a:buChar char="§"/>
            </a:pPr>
            <a:r>
              <a:rPr lang="fr-FR" sz="1800" dirty="0"/>
              <a:t>Oracle </a:t>
            </a:r>
            <a:r>
              <a:rPr lang="fr-FR" sz="1800" dirty="0" err="1"/>
              <a:t>Exadata</a:t>
            </a:r>
            <a:endParaRPr lang="fr-FR" sz="1800" dirty="0"/>
          </a:p>
          <a:p>
            <a:pPr marL="1515252" lvl="2" indent="-285750">
              <a:buFont typeface="Wingdings" panose="05000000000000000000" pitchFamily="2" charset="2"/>
              <a:buChar char="§"/>
            </a:pPr>
            <a:endParaRPr lang="fr-FR" sz="1800" dirty="0"/>
          </a:p>
          <a:p>
            <a:pPr marL="285750" indent="-285750">
              <a:buFont typeface="Wingdings" panose="05000000000000000000" pitchFamily="2" charset="2"/>
              <a:buChar char="§"/>
            </a:pPr>
            <a:r>
              <a:rPr lang="fr-FR" sz="1800" b="1" dirty="0"/>
              <a:t>Enterprise Manager Cloud Control </a:t>
            </a:r>
            <a:r>
              <a:rPr lang="fr-FR" sz="1800" b="1" dirty="0" smtClean="0"/>
              <a:t>Console</a:t>
            </a:r>
          </a:p>
          <a:p>
            <a:pPr marL="900501" lvl="1" indent="-285750">
              <a:buFont typeface="Wingdings" panose="05000000000000000000" pitchFamily="2" charset="2"/>
              <a:buChar char="§"/>
            </a:pPr>
            <a:r>
              <a:rPr lang="en-US" sz="1800" dirty="0"/>
              <a:t>EM console is web based user interface.</a:t>
            </a:r>
          </a:p>
          <a:p>
            <a:pPr marL="900501" lvl="1" indent="-285750">
              <a:buFont typeface="Wingdings" panose="05000000000000000000" pitchFamily="2" charset="2"/>
              <a:buChar char="§"/>
            </a:pPr>
            <a:r>
              <a:rPr lang="en-US" sz="1800" dirty="0"/>
              <a:t>With the help of the console, you can monitor and administer your entire computing environment from one location on the network</a:t>
            </a:r>
          </a:p>
          <a:p>
            <a:pPr marL="900501" lvl="1" indent="-285750">
              <a:buFont typeface="Wingdings" panose="05000000000000000000" pitchFamily="2" charset="2"/>
              <a:buChar char="§"/>
            </a:pPr>
            <a:endParaRPr lang="en-US" sz="1800" dirty="0" smtClean="0"/>
          </a:p>
        </p:txBody>
      </p:sp>
    </p:spTree>
    <p:extLst>
      <p:ext uri="{BB962C8B-B14F-4D97-AF65-F5344CB8AC3E}">
        <p14:creationId xmlns:p14="http://schemas.microsoft.com/office/powerpoint/2010/main" val="3704160595"/>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7</a:t>
            </a:fld>
            <a:endParaRPr lang="en-US" dirty="0"/>
          </a:p>
        </p:txBody>
      </p:sp>
      <p:sp>
        <p:nvSpPr>
          <p:cNvPr id="3" name="Rectangle 2"/>
          <p:cNvSpPr/>
          <p:nvPr/>
        </p:nvSpPr>
        <p:spPr>
          <a:xfrm>
            <a:off x="351432" y="320505"/>
            <a:ext cx="2427268"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OEM </a:t>
            </a:r>
            <a:r>
              <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rPr>
              <a:t>13c </a:t>
            </a:r>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Agent</a:t>
            </a:r>
            <a:endPar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Rectangle 4"/>
          <p:cNvSpPr/>
          <p:nvPr/>
        </p:nvSpPr>
        <p:spPr>
          <a:xfrm>
            <a:off x="300408" y="1263631"/>
            <a:ext cx="11407515" cy="4031873"/>
          </a:xfrm>
          <a:prstGeom prst="rect">
            <a:avLst/>
          </a:prstGeom>
        </p:spPr>
        <p:txBody>
          <a:bodyPr wrap="square">
            <a:spAutoFit/>
          </a:bodyPr>
          <a:lstStyle/>
          <a:p>
            <a:pPr marL="900501" lvl="1" indent="-285750">
              <a:buFont typeface="Wingdings" panose="05000000000000000000" pitchFamily="2" charset="2"/>
              <a:buChar char="§"/>
            </a:pPr>
            <a:r>
              <a:rPr lang="en-US" sz="1800" dirty="0" smtClean="0"/>
              <a:t>OEM agent directories</a:t>
            </a:r>
          </a:p>
          <a:p>
            <a:pPr lvl="1"/>
            <a:r>
              <a:rPr lang="en-US" sz="1600" dirty="0" smtClean="0">
                <a:latin typeface="Courier New" panose="02070309020205020404" pitchFamily="49" charset="0"/>
                <a:cs typeface="Courier New" panose="02070309020205020404" pitchFamily="49" charset="0"/>
              </a:rPr>
              <a:t>AGENT_BASE_DIR</a:t>
            </a:r>
            <a:r>
              <a:rPr lang="en-US" sz="1600" dirty="0">
                <a:latin typeface="Courier New" panose="02070309020205020404" pitchFamily="49" charset="0"/>
                <a:cs typeface="Courier New" panose="02070309020205020404" pitchFamily="49" charset="0"/>
              </a:rPr>
              <a:t>=/u01/app/oracle/OracleOmsAgent133 </a:t>
            </a:r>
          </a:p>
          <a:p>
            <a:pPr lvl="1"/>
            <a:r>
              <a:rPr lang="en-US" sz="1600" dirty="0">
                <a:latin typeface="Courier New" panose="02070309020205020404" pitchFamily="49" charset="0"/>
                <a:cs typeface="Courier New" panose="02070309020205020404" pitchFamily="49" charset="0"/>
              </a:rPr>
              <a:t>Agent Home: /u01/app/oracle/OracleOmsAgent133/</a:t>
            </a:r>
            <a:r>
              <a:rPr lang="en-US" sz="1600" dirty="0" err="1">
                <a:latin typeface="Courier New" panose="02070309020205020404" pitchFamily="49" charset="0"/>
                <a:cs typeface="Courier New" panose="02070309020205020404" pitchFamily="49" charset="0"/>
              </a:rPr>
              <a:t>agent_inst</a:t>
            </a:r>
            <a:endParaRPr lang="en-US" sz="1600" dirty="0">
              <a:latin typeface="Courier New" panose="02070309020205020404" pitchFamily="49" charset="0"/>
              <a:cs typeface="Courier New" panose="02070309020205020404" pitchFamily="49" charset="0"/>
            </a:endParaRPr>
          </a:p>
          <a:p>
            <a:pPr lvl="1"/>
            <a:r>
              <a:rPr lang="en-US" sz="1600" dirty="0">
                <a:latin typeface="Courier New" panose="02070309020205020404" pitchFamily="49" charset="0"/>
                <a:cs typeface="Courier New" panose="02070309020205020404" pitchFamily="49" charset="0"/>
              </a:rPr>
              <a:t>Oracle Home=/u01/app/oracle/OracleOmsAgent133/agent_13.3.0.0.0</a:t>
            </a:r>
          </a:p>
          <a:p>
            <a:pPr lvl="1"/>
            <a:endParaRPr lang="en-US" sz="1800" dirty="0"/>
          </a:p>
          <a:p>
            <a:pPr marL="900501" lvl="1" indent="-285750">
              <a:buFont typeface="Wingdings" panose="05000000000000000000" pitchFamily="2" charset="2"/>
              <a:buChar char="§"/>
            </a:pPr>
            <a:r>
              <a:rPr lang="en-US" sz="1800" dirty="0" smtClean="0"/>
              <a:t>EMCTL commands for agent management</a:t>
            </a:r>
            <a:endParaRPr lang="en-US" sz="1800" dirty="0"/>
          </a:p>
          <a:p>
            <a:pPr lvl="1"/>
            <a:r>
              <a:rPr lang="en-US" sz="1600" dirty="0">
                <a:latin typeface="Courier New" panose="02070309020205020404" pitchFamily="49" charset="0"/>
                <a:cs typeface="Courier New" panose="02070309020205020404" pitchFamily="49" charset="0"/>
              </a:rPr>
              <a:t>cd /u01/app/oracle/OracleOmsAgent133/agent_13.3.0.0.0/bin</a:t>
            </a:r>
          </a:p>
          <a:p>
            <a:pPr lvl="1"/>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emctl</a:t>
            </a:r>
            <a:r>
              <a:rPr lang="en-US" sz="1600" dirty="0">
                <a:latin typeface="Courier New" panose="02070309020205020404" pitchFamily="49" charset="0"/>
                <a:cs typeface="Courier New" panose="02070309020205020404" pitchFamily="49" charset="0"/>
              </a:rPr>
              <a:t> status agent</a:t>
            </a:r>
          </a:p>
          <a:p>
            <a:pPr lvl="1"/>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emctl</a:t>
            </a:r>
            <a:r>
              <a:rPr lang="en-US" sz="1600" dirty="0">
                <a:latin typeface="Courier New" panose="02070309020205020404" pitchFamily="49" charset="0"/>
                <a:cs typeface="Courier New" panose="02070309020205020404" pitchFamily="49" charset="0"/>
              </a:rPr>
              <a:t> stop agent </a:t>
            </a:r>
          </a:p>
          <a:p>
            <a:pPr lvl="1"/>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emctl</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statart</a:t>
            </a:r>
            <a:r>
              <a:rPr lang="en-US" sz="1600" dirty="0">
                <a:latin typeface="Courier New" panose="02070309020205020404" pitchFamily="49" charset="0"/>
                <a:cs typeface="Courier New" panose="02070309020205020404" pitchFamily="49" charset="0"/>
              </a:rPr>
              <a:t> agent</a:t>
            </a:r>
          </a:p>
          <a:p>
            <a:pPr marL="900501" lvl="1" indent="-285750">
              <a:buFont typeface="Wingdings" panose="05000000000000000000" pitchFamily="2" charset="2"/>
              <a:buChar char="§"/>
            </a:pPr>
            <a:endParaRPr lang="en-US" sz="1800" dirty="0" smtClean="0"/>
          </a:p>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p:txBody>
      </p:sp>
      <p:graphicFrame>
        <p:nvGraphicFramePr>
          <p:cNvPr id="4" name="Object 3"/>
          <p:cNvGraphicFramePr>
            <a:graphicFrameLocks noChangeAspect="1"/>
          </p:cNvGraphicFramePr>
          <p:nvPr>
            <p:extLst>
              <p:ext uri="{D42A27DB-BD31-4B8C-83A1-F6EECF244321}">
                <p14:modId xmlns:p14="http://schemas.microsoft.com/office/powerpoint/2010/main" val="141796796"/>
              </p:ext>
            </p:extLst>
          </p:nvPr>
        </p:nvGraphicFramePr>
        <p:xfrm>
          <a:off x="4267440" y="4343140"/>
          <a:ext cx="1736725" cy="506413"/>
        </p:xfrm>
        <a:graphic>
          <a:graphicData uri="http://schemas.openxmlformats.org/presentationml/2006/ole">
            <mc:AlternateContent xmlns:mc="http://schemas.openxmlformats.org/markup-compatibility/2006">
              <mc:Choice xmlns:v="urn:schemas-microsoft-com:vml" Requires="v">
                <p:oleObj spid="_x0000_s1078" name="Packager Shell Object" showAsIcon="1" r:id="rId3" imgW="1736280" imgH="506160" progId="Package">
                  <p:embed/>
                </p:oleObj>
              </mc:Choice>
              <mc:Fallback>
                <p:oleObj name="Packager Shell Object" showAsIcon="1" r:id="rId3" imgW="1736280" imgH="506160" progId="Package">
                  <p:embed/>
                  <p:pic>
                    <p:nvPicPr>
                      <p:cNvPr id="0" name=""/>
                      <p:cNvPicPr/>
                      <p:nvPr/>
                    </p:nvPicPr>
                    <p:blipFill>
                      <a:blip r:embed="rId4"/>
                      <a:stretch>
                        <a:fillRect/>
                      </a:stretch>
                    </p:blipFill>
                    <p:spPr>
                      <a:xfrm>
                        <a:off x="4267440" y="4343140"/>
                        <a:ext cx="1736725" cy="506413"/>
                      </a:xfrm>
                      <a:prstGeom prst="rect">
                        <a:avLst/>
                      </a:prstGeom>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506104381"/>
              </p:ext>
            </p:extLst>
          </p:nvPr>
        </p:nvGraphicFramePr>
        <p:xfrm>
          <a:off x="1991300" y="4343140"/>
          <a:ext cx="1574800" cy="506413"/>
        </p:xfrm>
        <a:graphic>
          <a:graphicData uri="http://schemas.openxmlformats.org/presentationml/2006/ole">
            <mc:AlternateContent xmlns:mc="http://schemas.openxmlformats.org/markup-compatibility/2006">
              <mc:Choice xmlns:v="urn:schemas-microsoft-com:vml" Requires="v">
                <p:oleObj spid="_x0000_s1079" name="Packager Shell Object" showAsIcon="1" r:id="rId5" imgW="1575000" imgH="506160" progId="Package">
                  <p:embed/>
                </p:oleObj>
              </mc:Choice>
              <mc:Fallback>
                <p:oleObj name="Packager Shell Object" showAsIcon="1" r:id="rId5" imgW="1575000" imgH="506160" progId="Package">
                  <p:embed/>
                  <p:pic>
                    <p:nvPicPr>
                      <p:cNvPr id="0" name=""/>
                      <p:cNvPicPr/>
                      <p:nvPr/>
                    </p:nvPicPr>
                    <p:blipFill>
                      <a:blip r:embed="rId6"/>
                      <a:stretch>
                        <a:fillRect/>
                      </a:stretch>
                    </p:blipFill>
                    <p:spPr>
                      <a:xfrm>
                        <a:off x="1991300" y="4343140"/>
                        <a:ext cx="1574800" cy="506413"/>
                      </a:xfrm>
                      <a:prstGeom prst="rect">
                        <a:avLst/>
                      </a:prstGeom>
                    </p:spPr>
                  </p:pic>
                </p:oleObj>
              </mc:Fallback>
            </mc:AlternateContent>
          </a:graphicData>
        </a:graphic>
      </p:graphicFrame>
    </p:spTree>
    <p:extLst>
      <p:ext uri="{BB962C8B-B14F-4D97-AF65-F5344CB8AC3E}">
        <p14:creationId xmlns:p14="http://schemas.microsoft.com/office/powerpoint/2010/main" val="3245796755"/>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8</a:t>
            </a:fld>
            <a:endParaRPr lang="en-US" dirty="0"/>
          </a:p>
        </p:txBody>
      </p:sp>
      <p:sp>
        <p:nvSpPr>
          <p:cNvPr id="3" name="Rectangle 2"/>
          <p:cNvSpPr/>
          <p:nvPr/>
        </p:nvSpPr>
        <p:spPr>
          <a:xfrm>
            <a:off x="351432" y="320505"/>
            <a:ext cx="4470711"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Metric collection and settings</a:t>
            </a:r>
          </a:p>
        </p:txBody>
      </p:sp>
      <p:sp>
        <p:nvSpPr>
          <p:cNvPr id="5" name="Rectangle 4"/>
          <p:cNvSpPr/>
          <p:nvPr/>
        </p:nvSpPr>
        <p:spPr>
          <a:xfrm>
            <a:off x="300408" y="1263631"/>
            <a:ext cx="11407515" cy="1661993"/>
          </a:xfrm>
          <a:prstGeom prst="rect">
            <a:avLst/>
          </a:prstGeom>
        </p:spPr>
        <p:txBody>
          <a:bodyPr wrap="square">
            <a:spAutoFit/>
          </a:bodyPr>
          <a:lstStyle/>
          <a:p>
            <a:pPr marL="285750" indent="-285750">
              <a:buFont typeface="Wingdings" panose="05000000000000000000" pitchFamily="2" charset="2"/>
              <a:buChar char="§"/>
            </a:pPr>
            <a:r>
              <a:rPr lang="en-US" sz="1800" dirty="0" smtClean="0"/>
              <a:t>Monitor single target database.</a:t>
            </a:r>
            <a:endParaRPr lang="en-US" sz="1800" dirty="0"/>
          </a:p>
          <a:p>
            <a:r>
              <a:rPr lang="en-US" sz="1600" dirty="0">
                <a:latin typeface="Courier New" panose="02070309020205020404" pitchFamily="49" charset="0"/>
                <a:cs typeface="Courier New" panose="02070309020205020404" pitchFamily="49" charset="0"/>
              </a:rPr>
              <a:t>target -&gt; databases -&gt; [database name] -&gt; Oracle Database -&gt; Monitoring -&gt; Metric collection and settings</a:t>
            </a:r>
          </a:p>
          <a:p>
            <a:r>
              <a:rPr lang="en-US" sz="1600" dirty="0">
                <a:latin typeface="Courier New" panose="02070309020205020404" pitchFamily="49" charset="0"/>
                <a:cs typeface="Courier New" panose="02070309020205020404" pitchFamily="49" charset="0"/>
              </a:rPr>
              <a:t>target -&gt; databases -&gt; [database name] -&gt; Oracle Database -&gt; Monitoring -&gt; All Metrics</a:t>
            </a:r>
          </a:p>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p:txBody>
      </p:sp>
    </p:spTree>
    <p:extLst>
      <p:ext uri="{BB962C8B-B14F-4D97-AF65-F5344CB8AC3E}">
        <p14:creationId xmlns:p14="http://schemas.microsoft.com/office/powerpoint/2010/main" val="4024048082"/>
      </p:ext>
    </p:extLst>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9</a:t>
            </a:fld>
            <a:endParaRPr lang="en-US" dirty="0"/>
          </a:p>
        </p:txBody>
      </p:sp>
      <p:sp>
        <p:nvSpPr>
          <p:cNvPr id="3" name="Rectangle 2"/>
          <p:cNvSpPr/>
          <p:nvPr/>
        </p:nvSpPr>
        <p:spPr>
          <a:xfrm>
            <a:off x="351432" y="320505"/>
            <a:ext cx="3662028" cy="646331"/>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Monitoring templates</a:t>
            </a:r>
          </a:p>
          <a:p>
            <a:r>
              <a:rPr lang="en-US" sz="1200" b="1" dirty="0">
                <a:solidFill>
                  <a:srgbClr val="0070C0"/>
                </a:solidFill>
                <a:latin typeface="Segoe UI" panose="020B0502040204020203" pitchFamily="34" charset="0"/>
                <a:ea typeface="Segoe UI" panose="020B0502040204020203" pitchFamily="34" charset="0"/>
                <a:cs typeface="Segoe UI" panose="020B0502040204020203" pitchFamily="34" charset="0"/>
              </a:rPr>
              <a:t>Enterprise-&gt;Monitoring-&gt;Monitoring templates</a:t>
            </a:r>
          </a:p>
        </p:txBody>
      </p:sp>
      <p:sp>
        <p:nvSpPr>
          <p:cNvPr id="5" name="Rectangle 4"/>
          <p:cNvSpPr/>
          <p:nvPr/>
        </p:nvSpPr>
        <p:spPr>
          <a:xfrm>
            <a:off x="300408" y="1263631"/>
            <a:ext cx="11407515" cy="1477328"/>
          </a:xfrm>
          <a:prstGeom prst="rect">
            <a:avLst/>
          </a:prstGeom>
        </p:spPr>
        <p:txBody>
          <a:bodyPr wrap="square">
            <a:spAutoFit/>
          </a:bodyPr>
          <a:lstStyle/>
          <a:p>
            <a:pPr marL="285750" indent="-285750">
              <a:buFont typeface="Wingdings" panose="05000000000000000000" pitchFamily="2" charset="2"/>
              <a:buChar char="§"/>
            </a:pPr>
            <a:r>
              <a:rPr lang="en-US" sz="1800" dirty="0" smtClean="0"/>
              <a:t>Monitoring </a:t>
            </a:r>
            <a:r>
              <a:rPr lang="en-US" sz="1800" dirty="0"/>
              <a:t>Templates can be used to apply a subset of monitoring and collection settings to multiple targets. This allows you to standardize monitoring across your enterprise. When a Monitoring Template is applied to a target, any monitoring settings not specified  remain unaffected on the target in the Monitoring Template.</a:t>
            </a:r>
          </a:p>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5841" y="2310769"/>
            <a:ext cx="9617725" cy="4157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05882734"/>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10</a:t>
            </a:fld>
            <a:endParaRPr lang="en-US" dirty="0"/>
          </a:p>
        </p:txBody>
      </p:sp>
      <p:sp>
        <p:nvSpPr>
          <p:cNvPr id="3" name="Rectangle 2"/>
          <p:cNvSpPr/>
          <p:nvPr/>
        </p:nvSpPr>
        <p:spPr>
          <a:xfrm>
            <a:off x="351432" y="320505"/>
            <a:ext cx="2744662" cy="646331"/>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Incident </a:t>
            </a:r>
            <a:r>
              <a:rPr lang="en-US" b="1" dirty="0">
                <a:solidFill>
                  <a:srgbClr val="0070C0"/>
                </a:solidFill>
                <a:latin typeface="Segoe UI" panose="020B0502040204020203" pitchFamily="34" charset="0"/>
                <a:ea typeface="Segoe UI" panose="020B0502040204020203" pitchFamily="34" charset="0"/>
                <a:cs typeface="Segoe UI" panose="020B0502040204020203" pitchFamily="34" charset="0"/>
              </a:rPr>
              <a:t>Rules</a:t>
            </a:r>
            <a:endPar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endParaRPr>
          </a:p>
          <a:p>
            <a:r>
              <a:rPr lang="en-US" sz="1200"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Setup-</a:t>
            </a:r>
            <a:r>
              <a:rPr lang="en-US" sz="1200" b="1" dirty="0">
                <a:solidFill>
                  <a:srgbClr val="0070C0"/>
                </a:solidFill>
                <a:latin typeface="Segoe UI" panose="020B0502040204020203" pitchFamily="34" charset="0"/>
                <a:ea typeface="Segoe UI" panose="020B0502040204020203" pitchFamily="34" charset="0"/>
                <a:cs typeface="Segoe UI" panose="020B0502040204020203" pitchFamily="34" charset="0"/>
              </a:rPr>
              <a:t>&gt; Incidents -&gt; Incident Rules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707" y="1159805"/>
            <a:ext cx="10552321" cy="46240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25496873"/>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11</a:t>
            </a:fld>
            <a:endParaRPr lang="en-US" dirty="0"/>
          </a:p>
        </p:txBody>
      </p:sp>
      <p:sp>
        <p:nvSpPr>
          <p:cNvPr id="3" name="Rectangle 2"/>
          <p:cNvSpPr/>
          <p:nvPr/>
        </p:nvSpPr>
        <p:spPr>
          <a:xfrm>
            <a:off x="351432" y="320505"/>
            <a:ext cx="3030381" cy="461665"/>
          </a:xfrm>
          <a:prstGeom prst="rect">
            <a:avLst/>
          </a:prstGeom>
        </p:spPr>
        <p:txBody>
          <a:bodyPr wrap="none">
            <a:spAutoFit/>
          </a:bodyPr>
          <a:lstStyle/>
          <a:p>
            <a:r>
              <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Target add/Remove</a:t>
            </a:r>
          </a:p>
        </p:txBody>
      </p:sp>
      <p:sp>
        <p:nvSpPr>
          <p:cNvPr id="5" name="Rectangle 4"/>
          <p:cNvSpPr/>
          <p:nvPr/>
        </p:nvSpPr>
        <p:spPr>
          <a:xfrm>
            <a:off x="300408" y="1263631"/>
            <a:ext cx="11407515" cy="3077766"/>
          </a:xfrm>
          <a:prstGeom prst="rect">
            <a:avLst/>
          </a:prstGeom>
        </p:spPr>
        <p:txBody>
          <a:bodyPr wrap="square">
            <a:spAutoFit/>
          </a:bodyPr>
          <a:lstStyle/>
          <a:p>
            <a:pPr marL="285750" indent="-285750">
              <a:buFont typeface="Wingdings" panose="05000000000000000000" pitchFamily="2" charset="2"/>
              <a:buChar char="§"/>
            </a:pPr>
            <a:r>
              <a:rPr lang="en-US" sz="1800" dirty="0" smtClean="0"/>
              <a:t>Target Discovery</a:t>
            </a:r>
          </a:p>
          <a:p>
            <a:r>
              <a:rPr lang="en-US" sz="1600" dirty="0">
                <a:latin typeface="Courier New" panose="02070309020205020404" pitchFamily="49" charset="0"/>
                <a:cs typeface="Courier New" panose="02070309020205020404" pitchFamily="49" charset="0"/>
              </a:rPr>
              <a:t>Setup-&gt; add target-&gt; Auto Target </a:t>
            </a:r>
            <a:r>
              <a:rPr lang="en-US" sz="1600" dirty="0" smtClean="0">
                <a:latin typeface="Courier New" panose="02070309020205020404" pitchFamily="49" charset="0"/>
                <a:cs typeface="Courier New" panose="02070309020205020404" pitchFamily="49" charset="0"/>
              </a:rPr>
              <a:t>Manually</a:t>
            </a:r>
          </a:p>
          <a:p>
            <a:endParaRPr lang="en-US" sz="1600" dirty="0">
              <a:latin typeface="Courier New" panose="02070309020205020404" pitchFamily="49" charset="0"/>
              <a:cs typeface="Courier New" panose="02070309020205020404" pitchFamily="49" charset="0"/>
            </a:endParaRPr>
          </a:p>
          <a:p>
            <a:pPr marL="285750" indent="-285750">
              <a:buFont typeface="Wingdings" panose="05000000000000000000" pitchFamily="2" charset="2"/>
              <a:buChar char="§"/>
            </a:pPr>
            <a:r>
              <a:rPr lang="en-US" sz="1800" dirty="0"/>
              <a:t>Remove target from OEM console</a:t>
            </a:r>
          </a:p>
          <a:p>
            <a:endParaRPr lang="en-US" sz="1600" dirty="0" smtClean="0">
              <a:latin typeface="Courier New" panose="02070309020205020404" pitchFamily="49" charset="0"/>
              <a:cs typeface="Courier New" panose="02070309020205020404" pitchFamily="49" charset="0"/>
            </a:endParaRPr>
          </a:p>
          <a:p>
            <a:pPr marL="285750" indent="-285750">
              <a:buFont typeface="Wingdings" panose="05000000000000000000" pitchFamily="2" charset="2"/>
              <a:buChar char="§"/>
            </a:pPr>
            <a:r>
              <a:rPr lang="en-US" sz="1800" dirty="0" smtClean="0"/>
              <a:t>Delete </a:t>
            </a:r>
            <a:r>
              <a:rPr lang="en-US" sz="1800" dirty="0"/>
              <a:t>target from repository</a:t>
            </a:r>
            <a:endParaRPr lang="sv-SE" sz="1800" dirty="0"/>
          </a:p>
          <a:p>
            <a:r>
              <a:rPr lang="en-US" sz="1400" dirty="0" err="1">
                <a:latin typeface="Courier New" panose="02070309020205020404" pitchFamily="49" charset="0"/>
                <a:cs typeface="Courier New" panose="02070309020205020404" pitchFamily="49" charset="0"/>
              </a:rPr>
              <a:t>emcli</a:t>
            </a:r>
            <a:r>
              <a:rPr lang="en-US" sz="1400" dirty="0">
                <a:latin typeface="Courier New" panose="02070309020205020404" pitchFamily="49" charset="0"/>
                <a:cs typeface="Courier New" panose="02070309020205020404" pitchFamily="49" charset="0"/>
              </a:rPr>
              <a:t> login -username=</a:t>
            </a:r>
            <a:r>
              <a:rPr lang="en-US" sz="1400" dirty="0" err="1">
                <a:latin typeface="Courier New" panose="02070309020205020404" pitchFamily="49" charset="0"/>
                <a:cs typeface="Courier New" panose="02070309020205020404" pitchFamily="49" charset="0"/>
              </a:rPr>
              <a:t>sysman</a:t>
            </a:r>
            <a:r>
              <a:rPr lang="en-US" sz="1400" dirty="0">
                <a:latin typeface="Courier New" panose="02070309020205020404" pitchFamily="49" charset="0"/>
                <a:cs typeface="Courier New" panose="02070309020205020404" pitchFamily="49" charset="0"/>
              </a:rPr>
              <a:t> -</a:t>
            </a:r>
            <a:r>
              <a:rPr lang="en-US" sz="1400" smtClean="0">
                <a:latin typeface="Courier New" panose="02070309020205020404" pitchFamily="49" charset="0"/>
                <a:cs typeface="Courier New" panose="02070309020205020404" pitchFamily="49" charset="0"/>
              </a:rPr>
              <a:t>password=**********</a:t>
            </a:r>
          </a:p>
          <a:p>
            <a:r>
              <a:rPr lang="en-US" sz="1400" dirty="0" err="1" smtClean="0">
                <a:latin typeface="Courier New" panose="02070309020205020404" pitchFamily="49" charset="0"/>
                <a:cs typeface="Courier New" panose="02070309020205020404" pitchFamily="49" charset="0"/>
              </a:rPr>
              <a:t>emcli</a:t>
            </a:r>
            <a:r>
              <a:rPr lang="en-US" sz="1400" dirty="0" smtClean="0">
                <a:latin typeface="Courier New" panose="02070309020205020404" pitchFamily="49" charset="0"/>
                <a:cs typeface="Courier New" panose="02070309020205020404" pitchFamily="49" charset="0"/>
              </a:rPr>
              <a:t> </a:t>
            </a:r>
            <a:r>
              <a:rPr lang="en-US" sz="1400" dirty="0">
                <a:latin typeface="Courier New" panose="02070309020205020404" pitchFamily="49" charset="0"/>
                <a:cs typeface="Courier New" panose="02070309020205020404" pitchFamily="49" charset="0"/>
              </a:rPr>
              <a:t>sync</a:t>
            </a:r>
            <a:endParaRPr lang="sv-SE" sz="1400" dirty="0">
              <a:latin typeface="Courier New" panose="02070309020205020404" pitchFamily="49" charset="0"/>
              <a:cs typeface="Courier New" panose="02070309020205020404" pitchFamily="49" charset="0"/>
            </a:endParaRPr>
          </a:p>
          <a:p>
            <a:r>
              <a:rPr lang="en-US" sz="1400" dirty="0" err="1">
                <a:latin typeface="Courier New" panose="02070309020205020404" pitchFamily="49" charset="0"/>
                <a:cs typeface="Courier New" panose="02070309020205020404" pitchFamily="49" charset="0"/>
              </a:rPr>
              <a:t>emcli</a:t>
            </a:r>
            <a:r>
              <a:rPr lang="en-US" sz="1400" dirty="0">
                <a:latin typeface="Courier New" panose="02070309020205020404" pitchFamily="49" charset="0"/>
                <a:cs typeface="Courier New" panose="02070309020205020404" pitchFamily="49" charset="0"/>
              </a:rPr>
              <a:t> </a:t>
            </a:r>
            <a:r>
              <a:rPr lang="en-US" sz="1400" dirty="0" err="1">
                <a:latin typeface="Courier New" panose="02070309020205020404" pitchFamily="49" charset="0"/>
                <a:cs typeface="Courier New" panose="02070309020205020404" pitchFamily="49" charset="0"/>
              </a:rPr>
              <a:t>delete_target</a:t>
            </a:r>
            <a:r>
              <a:rPr lang="en-US" sz="1400" dirty="0">
                <a:latin typeface="Courier New" panose="02070309020205020404" pitchFamily="49" charset="0"/>
                <a:cs typeface="Courier New" panose="02070309020205020404" pitchFamily="49" charset="0"/>
              </a:rPr>
              <a:t> -name="e75lrl2012.lfnet.se:1830" -type="</a:t>
            </a:r>
            <a:r>
              <a:rPr lang="en-US" sz="1400" dirty="0" err="1">
                <a:latin typeface="Courier New" panose="02070309020205020404" pitchFamily="49" charset="0"/>
                <a:cs typeface="Courier New" panose="02070309020205020404" pitchFamily="49" charset="0"/>
              </a:rPr>
              <a:t>oracle_emd</a:t>
            </a:r>
            <a:r>
              <a:rPr lang="en-US" sz="1400" dirty="0">
                <a:latin typeface="Courier New" panose="02070309020205020404" pitchFamily="49" charset="0"/>
                <a:cs typeface="Courier New" panose="02070309020205020404" pitchFamily="49" charset="0"/>
              </a:rPr>
              <a:t>" -</a:t>
            </a:r>
            <a:r>
              <a:rPr lang="en-US" sz="1400" dirty="0" err="1" smtClean="0">
                <a:latin typeface="Courier New" panose="02070309020205020404" pitchFamily="49" charset="0"/>
                <a:cs typeface="Courier New" panose="02070309020205020404" pitchFamily="49" charset="0"/>
              </a:rPr>
              <a:t>delete_monitored_targets</a:t>
            </a:r>
            <a:endParaRPr lang="sv-SE" sz="1400" dirty="0">
              <a:latin typeface="Courier New" panose="02070309020205020404" pitchFamily="49" charset="0"/>
              <a:cs typeface="Courier New" panose="02070309020205020404" pitchFamily="49" charset="0"/>
            </a:endParaRPr>
          </a:p>
          <a:p>
            <a:endParaRPr lang="en-US" sz="1400" dirty="0">
              <a:latin typeface="Courier New" panose="02070309020205020404" pitchFamily="49" charset="0"/>
              <a:cs typeface="Courier New" panose="02070309020205020404" pitchFamily="49" charset="0"/>
            </a:endParaRPr>
          </a:p>
          <a:p>
            <a:pPr marL="285750" indent="-285750">
              <a:buFont typeface="Wingdings" panose="05000000000000000000" pitchFamily="2" charset="2"/>
              <a:buChar char="§"/>
            </a:pPr>
            <a:r>
              <a:rPr lang="en-US" sz="1800" dirty="0"/>
              <a:t>Agent Decommissioning</a:t>
            </a:r>
          </a:p>
          <a:p>
            <a:pPr marL="900501" lvl="1" indent="-285750">
              <a:buFont typeface="Wingdings" panose="05000000000000000000" pitchFamily="2" charset="2"/>
              <a:buChar char="§"/>
            </a:pPr>
            <a:endParaRPr lang="en-US" sz="1800" dirty="0" smtClean="0"/>
          </a:p>
        </p:txBody>
      </p:sp>
    </p:spTree>
    <p:extLst>
      <p:ext uri="{BB962C8B-B14F-4D97-AF65-F5344CB8AC3E}">
        <p14:creationId xmlns:p14="http://schemas.microsoft.com/office/powerpoint/2010/main" val="4091188611"/>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12</a:t>
            </a:fld>
            <a:endParaRPr lang="en-US" dirty="0"/>
          </a:p>
        </p:txBody>
      </p:sp>
      <p:sp>
        <p:nvSpPr>
          <p:cNvPr id="3" name="Rectangle 2"/>
          <p:cNvSpPr/>
          <p:nvPr/>
        </p:nvSpPr>
        <p:spPr>
          <a:xfrm>
            <a:off x="351432" y="320505"/>
            <a:ext cx="4580934" cy="830997"/>
          </a:xfrm>
          <a:prstGeom prst="rect">
            <a:avLst/>
          </a:prstGeom>
        </p:spPr>
        <p:txBody>
          <a:bodyPr wrap="none">
            <a:spAutoFit/>
          </a:bodyPr>
          <a:lstStyle/>
          <a:p>
            <a:pPr lvl="0"/>
            <a:r>
              <a:rPr lang="sv-SE" b="1" dirty="0" err="1" smtClean="0">
                <a:solidFill>
                  <a:srgbClr val="0070C0"/>
                </a:solidFill>
                <a:latin typeface="Segoe UI" panose="020B0502040204020203" pitchFamily="34" charset="0"/>
                <a:ea typeface="Segoe UI" panose="020B0502040204020203" pitchFamily="34" charset="0"/>
                <a:cs typeface="Segoe UI" panose="020B0502040204020203" pitchFamily="34" charset="0"/>
              </a:rPr>
              <a:t>Notification</a:t>
            </a:r>
            <a:r>
              <a:rPr lang="sv-SE"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 </a:t>
            </a:r>
            <a:r>
              <a:rPr lang="sv-SE" b="1" dirty="0">
                <a:solidFill>
                  <a:srgbClr val="0070C0"/>
                </a:solidFill>
                <a:latin typeface="Segoe UI" panose="020B0502040204020203" pitchFamily="34" charset="0"/>
                <a:ea typeface="Segoe UI" panose="020B0502040204020203" pitchFamily="34" charset="0"/>
                <a:cs typeface="Segoe UI" panose="020B0502040204020203" pitchFamily="34" charset="0"/>
              </a:rPr>
              <a:t>Blackout Creation</a:t>
            </a:r>
          </a:p>
          <a:p>
            <a:endPar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Rectangle 4"/>
          <p:cNvSpPr/>
          <p:nvPr/>
        </p:nvSpPr>
        <p:spPr>
          <a:xfrm>
            <a:off x="300408" y="1263631"/>
            <a:ext cx="11407515" cy="646331"/>
          </a:xfrm>
          <a:prstGeom prst="rect">
            <a:avLst/>
          </a:prstGeom>
        </p:spPr>
        <p:txBody>
          <a:bodyPr wrap="square">
            <a:spAutoFit/>
          </a:bodyPr>
          <a:lstStyle/>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p:txBody>
      </p:sp>
    </p:spTree>
    <p:extLst>
      <p:ext uri="{BB962C8B-B14F-4D97-AF65-F5344CB8AC3E}">
        <p14:creationId xmlns:p14="http://schemas.microsoft.com/office/powerpoint/2010/main" val="3961953800"/>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13</a:t>
            </a:fld>
            <a:endParaRPr lang="en-US" dirty="0"/>
          </a:p>
        </p:txBody>
      </p:sp>
      <p:sp>
        <p:nvSpPr>
          <p:cNvPr id="3" name="Rectangle 2"/>
          <p:cNvSpPr/>
          <p:nvPr/>
        </p:nvSpPr>
        <p:spPr>
          <a:xfrm>
            <a:off x="351432" y="320505"/>
            <a:ext cx="4465903" cy="1200329"/>
          </a:xfrm>
          <a:prstGeom prst="rect">
            <a:avLst/>
          </a:prstGeom>
        </p:spPr>
        <p:txBody>
          <a:bodyPr wrap="none">
            <a:spAutoFit/>
          </a:bodyPr>
          <a:lstStyle/>
          <a:p>
            <a:r>
              <a:rPr lang="sv-SE"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OEM </a:t>
            </a:r>
            <a:r>
              <a:rPr lang="sv-SE" b="1" dirty="0">
                <a:solidFill>
                  <a:srgbClr val="0070C0"/>
                </a:solidFill>
                <a:latin typeface="Segoe UI" panose="020B0502040204020203" pitchFamily="34" charset="0"/>
                <a:ea typeface="Segoe UI" panose="020B0502040204020203" pitchFamily="34" charset="0"/>
                <a:cs typeface="Segoe UI" panose="020B0502040204020203" pitchFamily="34" charset="0"/>
              </a:rPr>
              <a:t>server </a:t>
            </a:r>
            <a:r>
              <a:rPr lang="sv-SE"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start, stop, Status</a:t>
            </a:r>
            <a:endParaRPr lang="sv-SE"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a:p>
            <a:pPr lvl="0"/>
            <a:endParaRPr lang="sv-SE"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a:p>
            <a:endPar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Rectangle 4"/>
          <p:cNvSpPr/>
          <p:nvPr/>
        </p:nvSpPr>
        <p:spPr>
          <a:xfrm>
            <a:off x="300408" y="1263631"/>
            <a:ext cx="11407515" cy="646331"/>
          </a:xfrm>
          <a:prstGeom prst="rect">
            <a:avLst/>
          </a:prstGeom>
        </p:spPr>
        <p:txBody>
          <a:bodyPr wrap="square">
            <a:spAutoFit/>
          </a:bodyPr>
          <a:lstStyle/>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p:txBody>
      </p:sp>
      <p:sp>
        <p:nvSpPr>
          <p:cNvPr id="4" name="TextBox 3"/>
          <p:cNvSpPr txBox="1"/>
          <p:nvPr/>
        </p:nvSpPr>
        <p:spPr>
          <a:xfrm>
            <a:off x="991518" y="1520835"/>
            <a:ext cx="8901629" cy="830997"/>
          </a:xfrm>
          <a:prstGeom prst="rect">
            <a:avLst/>
          </a:prstGeom>
          <a:noFill/>
        </p:spPr>
        <p:txBody>
          <a:bodyPr wrap="square" rtlCol="0">
            <a:spAutoFit/>
          </a:bodyPr>
          <a:lstStyle/>
          <a:p>
            <a:r>
              <a:rPr lang="en-US" sz="1600" dirty="0" err="1" smtClean="0">
                <a:latin typeface="Courier New" panose="02070309020205020404" pitchFamily="49" charset="0"/>
                <a:cs typeface="Courier New" panose="02070309020205020404" pitchFamily="49" charset="0"/>
              </a:rPr>
              <a:t>emctl</a:t>
            </a:r>
            <a:r>
              <a:rPr lang="en-US" sz="1600" dirty="0" smtClean="0">
                <a:latin typeface="Courier New" panose="02070309020205020404" pitchFamily="49" charset="0"/>
                <a:cs typeface="Courier New" panose="02070309020205020404" pitchFamily="49" charset="0"/>
              </a:rPr>
              <a:t> start </a:t>
            </a:r>
            <a:r>
              <a:rPr lang="en-US" sz="1600" dirty="0" err="1" smtClean="0">
                <a:latin typeface="Courier New" panose="02070309020205020404" pitchFamily="49" charset="0"/>
                <a:cs typeface="Courier New" panose="02070309020205020404" pitchFamily="49" charset="0"/>
              </a:rPr>
              <a:t>oms</a:t>
            </a:r>
            <a:endParaRPr lang="sv-SE" sz="1600" dirty="0" smtClean="0">
              <a:latin typeface="Courier New" panose="02070309020205020404" pitchFamily="49" charset="0"/>
              <a:cs typeface="Courier New" panose="02070309020205020404" pitchFamily="49" charset="0"/>
            </a:endParaRPr>
          </a:p>
          <a:p>
            <a:r>
              <a:rPr lang="en-US" sz="1600" dirty="0" err="1" smtClean="0">
                <a:latin typeface="Courier New" panose="02070309020205020404" pitchFamily="49" charset="0"/>
                <a:cs typeface="Courier New" panose="02070309020205020404" pitchFamily="49" charset="0"/>
              </a:rPr>
              <a:t>emctl</a:t>
            </a:r>
            <a:r>
              <a:rPr lang="en-US" sz="1600" dirty="0" smtClean="0">
                <a:latin typeface="Courier New" panose="02070309020205020404" pitchFamily="49" charset="0"/>
                <a:cs typeface="Courier New" panose="02070309020205020404" pitchFamily="49" charset="0"/>
              </a:rPr>
              <a:t> stop </a:t>
            </a:r>
            <a:r>
              <a:rPr lang="en-US" sz="1600" dirty="0" err="1" smtClean="0">
                <a:latin typeface="Courier New" panose="02070309020205020404" pitchFamily="49" charset="0"/>
                <a:cs typeface="Courier New" panose="02070309020205020404" pitchFamily="49" charset="0"/>
              </a:rPr>
              <a:t>oms</a:t>
            </a:r>
            <a:r>
              <a:rPr lang="en-US" sz="1600" dirty="0" smtClean="0">
                <a:latin typeface="Courier New" panose="02070309020205020404" pitchFamily="49" charset="0"/>
                <a:cs typeface="Courier New" panose="02070309020205020404" pitchFamily="49" charset="0"/>
              </a:rPr>
              <a:t> </a:t>
            </a:r>
          </a:p>
          <a:p>
            <a:r>
              <a:rPr lang="en-US" sz="1600" dirty="0" err="1" smtClean="0">
                <a:latin typeface="Courier New" panose="02070309020205020404" pitchFamily="49" charset="0"/>
                <a:cs typeface="Courier New" panose="02070309020205020404" pitchFamily="49" charset="0"/>
              </a:rPr>
              <a:t>emctl</a:t>
            </a:r>
            <a:r>
              <a:rPr lang="en-US" sz="1600" dirty="0" smtClean="0">
                <a:latin typeface="Courier New" panose="02070309020205020404" pitchFamily="49" charset="0"/>
                <a:cs typeface="Courier New" panose="02070309020205020404" pitchFamily="49" charset="0"/>
              </a:rPr>
              <a:t> status </a:t>
            </a:r>
            <a:r>
              <a:rPr lang="en-US" sz="1600" dirty="0" err="1" smtClean="0">
                <a:latin typeface="Courier New" panose="02070309020205020404" pitchFamily="49" charset="0"/>
                <a:cs typeface="Courier New" panose="02070309020205020404" pitchFamily="49" charset="0"/>
              </a:rPr>
              <a:t>oms</a:t>
            </a:r>
            <a:r>
              <a:rPr lang="en-US" sz="1600" dirty="0" smtClean="0">
                <a:latin typeface="Courier New" panose="02070309020205020404" pitchFamily="49" charset="0"/>
                <a:cs typeface="Courier New" panose="02070309020205020404" pitchFamily="49" charset="0"/>
              </a:rPr>
              <a:t>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713" y="2924615"/>
            <a:ext cx="5267325"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24016158"/>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2"/>
          </p:nvPr>
        </p:nvSpPr>
        <p:spPr/>
        <p:txBody>
          <a:bodyPr/>
          <a:lstStyle/>
          <a:p>
            <a:fld id="{86CB4B4D-7CA3-9044-876B-883B54F8677D}" type="slidenum">
              <a:rPr lang="en-US" smtClean="0"/>
              <a:pPr/>
              <a:t>14</a:t>
            </a:fld>
            <a:endParaRPr lang="en-US" dirty="0"/>
          </a:p>
        </p:txBody>
      </p:sp>
      <p:sp>
        <p:nvSpPr>
          <p:cNvPr id="3" name="Rectangle 2"/>
          <p:cNvSpPr/>
          <p:nvPr/>
        </p:nvSpPr>
        <p:spPr>
          <a:xfrm>
            <a:off x="351432" y="320505"/>
            <a:ext cx="2119491" cy="1200329"/>
          </a:xfrm>
          <a:prstGeom prst="rect">
            <a:avLst/>
          </a:prstGeom>
        </p:spPr>
        <p:txBody>
          <a:bodyPr wrap="none">
            <a:spAutoFit/>
          </a:bodyPr>
          <a:lstStyle/>
          <a:p>
            <a:r>
              <a:rPr lang="sv-SE" b="1" dirty="0" err="1" smtClean="0">
                <a:solidFill>
                  <a:srgbClr val="0070C0"/>
                </a:solidFill>
                <a:latin typeface="Segoe UI" panose="020B0502040204020203" pitchFamily="34" charset="0"/>
                <a:ea typeface="Segoe UI" panose="020B0502040204020203" pitchFamily="34" charset="0"/>
                <a:cs typeface="Segoe UI" panose="020B0502040204020203" pitchFamily="34" charset="0"/>
              </a:rPr>
              <a:t>Known</a:t>
            </a:r>
            <a:r>
              <a:rPr lang="sv-SE" b="1" dirty="0" smtClean="0">
                <a:solidFill>
                  <a:srgbClr val="0070C0"/>
                </a:solidFill>
                <a:latin typeface="Segoe UI" panose="020B0502040204020203" pitchFamily="34" charset="0"/>
                <a:ea typeface="Segoe UI" panose="020B0502040204020203" pitchFamily="34" charset="0"/>
                <a:cs typeface="Segoe UI" panose="020B0502040204020203" pitchFamily="34" charset="0"/>
              </a:rPr>
              <a:t> </a:t>
            </a:r>
            <a:r>
              <a:rPr lang="sv-SE" b="1" dirty="0" err="1" smtClean="0">
                <a:solidFill>
                  <a:srgbClr val="0070C0"/>
                </a:solidFill>
                <a:latin typeface="Segoe UI" panose="020B0502040204020203" pitchFamily="34" charset="0"/>
                <a:ea typeface="Segoe UI" panose="020B0502040204020203" pitchFamily="34" charset="0"/>
                <a:cs typeface="Segoe UI" panose="020B0502040204020203" pitchFamily="34" charset="0"/>
              </a:rPr>
              <a:t>issues</a:t>
            </a:r>
            <a:endParaRPr lang="sv-SE"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a:p>
            <a:pPr lvl="0"/>
            <a:endParaRPr lang="sv-SE" b="1" dirty="0">
              <a:solidFill>
                <a:srgbClr val="0070C0"/>
              </a:solidFill>
              <a:latin typeface="Segoe UI" panose="020B0502040204020203" pitchFamily="34" charset="0"/>
              <a:ea typeface="Segoe UI" panose="020B0502040204020203" pitchFamily="34" charset="0"/>
              <a:cs typeface="Segoe UI" panose="020B0502040204020203" pitchFamily="34" charset="0"/>
            </a:endParaRPr>
          </a:p>
          <a:p>
            <a:endParaRPr lang="en-US" b="1" dirty="0" smtClean="0">
              <a:solidFill>
                <a:srgbClr val="0070C0"/>
              </a:solidFill>
              <a:latin typeface="Segoe UI" panose="020B0502040204020203" pitchFamily="34" charset="0"/>
              <a:ea typeface="Segoe UI" panose="020B0502040204020203" pitchFamily="34" charset="0"/>
              <a:cs typeface="Segoe UI" panose="020B0502040204020203" pitchFamily="34" charset="0"/>
            </a:endParaRPr>
          </a:p>
        </p:txBody>
      </p:sp>
      <p:sp>
        <p:nvSpPr>
          <p:cNvPr id="5" name="Rectangle 4"/>
          <p:cNvSpPr/>
          <p:nvPr/>
        </p:nvSpPr>
        <p:spPr>
          <a:xfrm>
            <a:off x="300408" y="1263631"/>
            <a:ext cx="11407515" cy="646331"/>
          </a:xfrm>
          <a:prstGeom prst="rect">
            <a:avLst/>
          </a:prstGeom>
        </p:spPr>
        <p:txBody>
          <a:bodyPr wrap="square">
            <a:spAutoFit/>
          </a:bodyPr>
          <a:lstStyle/>
          <a:p>
            <a:pPr marL="900501" lvl="1" indent="-285750">
              <a:buFont typeface="Wingdings" panose="05000000000000000000" pitchFamily="2" charset="2"/>
              <a:buChar char="§"/>
            </a:pPr>
            <a:endParaRPr lang="en-US" sz="1800" dirty="0"/>
          </a:p>
          <a:p>
            <a:pPr marL="900501" lvl="1" indent="-285750">
              <a:buFont typeface="Wingdings" panose="05000000000000000000" pitchFamily="2" charset="2"/>
              <a:buChar char="§"/>
            </a:pPr>
            <a:endParaRPr lang="en-US" sz="1800" dirty="0" smtClean="0"/>
          </a:p>
        </p:txBody>
      </p:sp>
    </p:spTree>
    <p:extLst>
      <p:ext uri="{BB962C8B-B14F-4D97-AF65-F5344CB8AC3E}">
        <p14:creationId xmlns:p14="http://schemas.microsoft.com/office/powerpoint/2010/main" val="3837197429"/>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584" y="1187401"/>
            <a:ext cx="3686268" cy="925008"/>
          </a:xfrm>
        </p:spPr>
        <p:txBody>
          <a:bodyPr vert="horz" lIns="87730" tIns="43865" rIns="87730" bIns="43865" rtlCol="0" anchor="ctr">
            <a:noAutofit/>
          </a:bodyPr>
          <a:lstStyle/>
          <a:p>
            <a:pPr defTabSz="1229502"/>
            <a:r>
              <a:rPr lang="en-US" sz="4800" b="1" dirty="0">
                <a:solidFill>
                  <a:srgbClr val="0070C0"/>
                </a:solidFill>
                <a:latin typeface="Segoe UI" panose="020B0502040204020203" pitchFamily="34" charset="0"/>
                <a:ea typeface="Segoe UI" panose="020B0502040204020203" pitchFamily="34" charset="0"/>
                <a:cs typeface="Segoe UI" panose="020B0502040204020203" pitchFamily="34" charset="0"/>
              </a:rPr>
              <a:t>Thank You!!</a:t>
            </a:r>
          </a:p>
        </p:txBody>
      </p:sp>
    </p:spTree>
    <p:extLst>
      <p:ext uri="{BB962C8B-B14F-4D97-AF65-F5344CB8AC3E}">
        <p14:creationId xmlns:p14="http://schemas.microsoft.com/office/powerpoint/2010/main" val="2007699500"/>
      </p:ext>
    </p:extLst>
  </p:cSld>
  <p:clrMapOvr>
    <a:masterClrMapping/>
  </p:clrMapOvr>
  <p:transition spd="med"/>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VCTCREATESHAPEHANDLED"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fosys Template 1">
  <a:themeElements>
    <a:clrScheme name="Infosys Template 1">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Infosys Template 1">
      <a:majorFont>
        <a:latin typeface="Helvetica"/>
        <a:ea typeface="Helvetica"/>
        <a:cs typeface="Helvetica"/>
      </a:majorFont>
      <a:minorFont>
        <a:latin typeface="Calibri"/>
        <a:ea typeface="Calibri"/>
        <a:cs typeface="Calibri"/>
      </a:minorFont>
    </a:fontScheme>
    <a:fmtScheme name="Infosys Template 1">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572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c5d94a20-3873-4c4b-9d8f-a47c73898d23">
      <Terms xmlns="http://schemas.microsoft.com/office/infopath/2007/PartnerControls"/>
    </lcf76f155ced4ddcb4097134ff3c332f>
    <TaxCatchAll xmlns="f11c7b47-9a1a-426f-801a-3d5d725393d5" xsi:nil="true"/>
    <_ip_UnifiedCompliancePolicyProperties xmlns="http://schemas.microsoft.com/sharepoint/v3" xsi:nil="true"/>
    <Kommentar xmlns="c5d94a20-3873-4c4b-9d8f-a47c73898d2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F571930FED329440B76EE5069614FA5F" ma:contentTypeVersion="17" ma:contentTypeDescription="Skapa ett nytt dokument." ma:contentTypeScope="" ma:versionID="f157c254ef9ac2ef0b1b15d49bf37609">
  <xsd:schema xmlns:xsd="http://www.w3.org/2001/XMLSchema" xmlns:xs="http://www.w3.org/2001/XMLSchema" xmlns:p="http://schemas.microsoft.com/office/2006/metadata/properties" xmlns:ns1="http://schemas.microsoft.com/sharepoint/v3" xmlns:ns2="c5d94a20-3873-4c4b-9d8f-a47c73898d23" xmlns:ns3="f11c7b47-9a1a-426f-801a-3d5d725393d5" targetNamespace="http://schemas.microsoft.com/office/2006/metadata/properties" ma:root="true" ma:fieldsID="4ecad73708c6c1572ff382c89153256f" ns1:_="" ns2:_="" ns3:_="">
    <xsd:import namespace="http://schemas.microsoft.com/sharepoint/v3"/>
    <xsd:import namespace="c5d94a20-3873-4c4b-9d8f-a47c73898d23"/>
    <xsd:import namespace="f11c7b47-9a1a-426f-801a-3d5d725393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2:MediaLengthInSeconds" minOccurs="0"/>
                <xsd:element ref="ns2:MediaServiceLocation" minOccurs="0"/>
                <xsd:element ref="ns2:Kommenta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9" nillable="true" ma:displayName="Egenskaper för enhetlig efterlevnadsprincip" ma:hidden="true" ma:internalName="_ip_UnifiedCompliancePolicyProperties">
      <xsd:simpleType>
        <xsd:restriction base="dms:Note"/>
      </xsd:simpleType>
    </xsd:element>
    <xsd:element name="_ip_UnifiedCompliancePolicyUIAction" ma:index="20" nillable="true" ma:displayName="Gränssnittsåtgärd för enhetlig efterlevnadsprincip"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5d94a20-3873-4c4b-9d8f-a47c7389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Bildmarkeringar" ma:readOnly="false" ma:fieldId="{5cf76f15-5ced-4ddc-b409-7134ff3c332f}" ma:taxonomyMulti="true" ma:sspId="6b3ab1f4-0fdd-427f-9e4a-940596698fe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Location" ma:index="22" nillable="true" ma:displayName="Location" ma:indexed="true" ma:internalName="MediaServiceLocation" ma:readOnly="true">
      <xsd:simpleType>
        <xsd:restriction base="dms:Text"/>
      </xsd:simpleType>
    </xsd:element>
    <xsd:element name="Kommentar" ma:index="23" nillable="true" ma:displayName="Kommentar" ma:format="Dropdown" ma:internalName="Kommentar">
      <xsd:simpleType>
        <xsd:restriction base="dms:Text">
          <xsd:maxLength value="255"/>
        </xsd:restriction>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11c7b47-9a1a-426f-801a-3d5d725393d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15eda1c-9b80-41f5-9beb-01ccc00e8f96}" ma:internalName="TaxCatchAll" ma:showField="CatchAllData" ma:web="eceff961-cdc5-45c3-8ebb-4554903870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nehållstyp"/>
        <xsd:element ref="dc:title" minOccurs="0" maxOccurs="1" ma:index="4" ma:displayName="Rubri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p:Policy xmlns:p="office.server.policy" id="" local="true">
  <p:Name>Document</p:Name>
  <p:Description/>
  <p:Statement/>
  <p:PolicyItems>
    <p:PolicyItem featureId="Microsoft.Office.RecordsManagement.PolicyFeatures.PolicyAudit" staticId="0x010100767FAE04F834E34A9EEA8AD6E4242938|8138272" UniqueId="719eee89-0dc3-4daa-ba20-7354dc844e77">
      <p:Name>Auditing</p:Name>
      <p:Description>Audits user actions on documents and list items to the Audit Log.</p:Description>
      <p:CustomData>
        <Audit>
          <Update/>
          <View/>
          <CheckInOut/>
          <MoveCopy/>
          <DeleteRestore/>
        </Audit>
      </p:CustomData>
    </p:PolicyItem>
  </p:PolicyItems>
</p:Policy>
</file>

<file path=customXml/itemProps1.xml><?xml version="1.0" encoding="utf-8"?>
<ds:datastoreItem xmlns:ds="http://schemas.openxmlformats.org/officeDocument/2006/customXml" ds:itemID="{2D77266D-CB22-492B-9F83-BD74A901A1EE}">
  <ds:schemaRefs>
    <ds:schemaRef ds:uri="http://schemas.microsoft.com/sharepoint/v3/contenttype/forms"/>
  </ds:schemaRefs>
</ds:datastoreItem>
</file>

<file path=customXml/itemProps2.xml><?xml version="1.0" encoding="utf-8"?>
<ds:datastoreItem xmlns:ds="http://schemas.openxmlformats.org/officeDocument/2006/customXml" ds:itemID="{FE9ACAD8-BB06-4877-A37B-BE0DAC393013}">
  <ds:schemaRefs>
    <ds:schemaRef ds:uri="http://schemas.microsoft.com/office/infopath/2007/PartnerControls"/>
    <ds:schemaRef ds:uri="http://www.w3.org/XML/1998/namespace"/>
    <ds:schemaRef ds:uri="http://schemas.microsoft.com/office/2006/documentManagement/types"/>
    <ds:schemaRef ds:uri="http://purl.org/dc/terms/"/>
    <ds:schemaRef ds:uri="http://schemas.openxmlformats.org/package/2006/metadata/core-properties"/>
    <ds:schemaRef ds:uri="http://schemas.microsoft.com/office/2006/metadata/properties"/>
    <ds:schemaRef ds:uri="http://purl.org/dc/dcmitype/"/>
    <ds:schemaRef ds:uri="http://purl.org/dc/elements/1.1/"/>
  </ds:schemaRefs>
</ds:datastoreItem>
</file>

<file path=customXml/itemProps3.xml><?xml version="1.0" encoding="utf-8"?>
<ds:datastoreItem xmlns:ds="http://schemas.openxmlformats.org/officeDocument/2006/customXml" ds:itemID="{232E8936-63A6-4248-A990-8B21B0C8F581}"/>
</file>

<file path=customXml/itemProps4.xml><?xml version="1.0" encoding="utf-8"?>
<ds:datastoreItem xmlns:ds="http://schemas.openxmlformats.org/officeDocument/2006/customXml" ds:itemID="{5A554543-D7B8-4063-B5DB-08BEDA645FD8}"/>
</file>

<file path=docProps/app.xml><?xml version="1.0" encoding="utf-8"?>
<Properties xmlns="http://schemas.openxmlformats.org/officeDocument/2006/extended-properties" xmlns:vt="http://schemas.openxmlformats.org/officeDocument/2006/docPropsVTypes">
  <Template/>
  <TotalTime>702473</TotalTime>
  <Words>523</Words>
  <Application>Microsoft Office PowerPoint</Application>
  <PresentationFormat>Custom</PresentationFormat>
  <Paragraphs>101</Paragraphs>
  <Slides>15</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17" baseType="lpstr">
      <vt:lpstr>Office Theme</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S.</dc:creator>
  <cp:lastModifiedBy>Dwivedi Sharang Dhar Infosys Konsult</cp:lastModifiedBy>
  <cp:revision>1850</cp:revision>
  <dcterms:modified xsi:type="dcterms:W3CDTF">2019-10-03T13:29:29Z</dcterms:modified>
</cp:coreProperties>
</file>

<file path=docProps/custom.xml><?xml version="1.0" encoding="utf-8"?>
<Properties xmlns:vt="http://schemas.openxmlformats.org/officeDocument/2006/docPropsVTypes" xmlns="http://schemas.openxmlformats.org/officeDocument/2006/custom-properties">
  <property fmtid="{D5CDD505-2E9C-101B-9397-08002B2CF9AE}" pid="2" name="NXPowerLiteLastOptimized">
    <vt:lpwstr>1813203</vt:lpwstr>
  </property>
  <property fmtid="{D5CDD505-2E9C-101B-9397-08002B2CF9AE}" pid="3" name="NXPowerLiteSettings">
    <vt:lpwstr>E7000400038000</vt:lpwstr>
  </property>
  <property fmtid="{D5CDD505-2E9C-101B-9397-08002B2CF9AE}" pid="4" name="NXPowerLiteVersion">
    <vt:lpwstr>D6.1.0</vt:lpwstr>
  </property>
  <property fmtid="{D5CDD505-2E9C-101B-9397-08002B2CF9AE}" pid="5" name="ContentTypeId">
    <vt:lpwstr>0x010100F571930FED329440B76EE5069614FA5F</vt:lpwstr>
  </property>
  <property fmtid="{D5CDD505-2E9C-101B-9397-08002B2CF9AE}" pid="6" name="MSIP_Label_be4b3411-284d-4d31-bd4f-bc13ef7f1fd6_Name">
    <vt:lpwstr>Internal</vt:lpwstr>
  </property>
  <property fmtid="{D5CDD505-2E9C-101B-9397-08002B2CF9AE}" pid="7" name="MSIP_Label_be4b3411-284d-4d31-bd4f-bc13ef7f1fd6_SetDate">
    <vt:lpwstr>2018-09-21T05:42:46Z</vt:lpwstr>
  </property>
  <property fmtid="{D5CDD505-2E9C-101B-9397-08002B2CF9AE}" pid="8" name="MSIP_Label_be4b3411-284d-4d31-bd4f-bc13ef7f1fd6_SiteId">
    <vt:lpwstr>63ce7d59-2f3e-42cd-a8cc-be764cff5eb6</vt:lpwstr>
  </property>
  <property fmtid="{D5CDD505-2E9C-101B-9397-08002B2CF9AE}" pid="9" name="MSIP_Label_be4b3411-284d-4d31-bd4f-bc13ef7f1fd6_Enabled">
    <vt:lpwstr>True</vt:lpwstr>
  </property>
  <property fmtid="{D5CDD505-2E9C-101B-9397-08002B2CF9AE}" pid="10" name="MSIP_Label_4e0029e2-197c-4e5b-ad9c-d6d8a41011dc_Extended_MSFT_Method">
    <vt:lpwstr>Standard</vt:lpwstr>
  </property>
  <property fmtid="{D5CDD505-2E9C-101B-9397-08002B2CF9AE}" pid="11" name="MSIP_Label_4e0029e2-197c-4e5b-ad9c-d6d8a41011dc_Removed">
    <vt:lpwstr>False</vt:lpwstr>
  </property>
  <property fmtid="{D5CDD505-2E9C-101B-9397-08002B2CF9AE}" pid="12" name="MSIP_Label_4e0029e2-197c-4e5b-ad9c-d6d8a41011dc_ActionId">
    <vt:lpwstr>dc4f3488-9fab-4f85-a054-590a3782dc0c</vt:lpwstr>
  </property>
  <property fmtid="{D5CDD505-2E9C-101B-9397-08002B2CF9AE}" pid="13" name="MSIP_Label_4e0029e2-197c-4e5b-ad9c-d6d8a41011dc_Name">
    <vt:lpwstr>K2 Restricted</vt:lpwstr>
  </property>
  <property fmtid="{D5CDD505-2E9C-101B-9397-08002B2CF9AE}" pid="14" name="MSIP_Label_4e0029e2-197c-4e5b-ad9c-d6d8a41011dc_SetDate">
    <vt:lpwstr>2026-05-18T12:29:27Z</vt:lpwstr>
  </property>
  <property fmtid="{D5CDD505-2E9C-101B-9397-08002B2CF9AE}" pid="15" name="MSIP_Label_4e0029e2-197c-4e5b-ad9c-d6d8a41011dc_SiteId">
    <vt:lpwstr>1e4e7cc6-7b26-46be-915e-cd1c8633e92f</vt:lpwstr>
  </property>
  <property fmtid="{D5CDD505-2E9C-101B-9397-08002B2CF9AE}" pid="16" name="MSIP_Label_4e0029e2-197c-4e5b-ad9c-d6d8a41011dc_Enabled">
    <vt:lpwstr>True</vt:lpwstr>
  </property>
  <property fmtid="{D5CDD505-2E9C-101B-9397-08002B2CF9AE}" pid="17" name="MediaServiceImageTags">
    <vt:lpwstr/>
  </property>
  <property fmtid="{D5CDD505-2E9C-101B-9397-08002B2CF9AE}" pid="18" name="MSIP_Label_be4b3411-284d-4d31-bd4f-bc13ef7f1fd6_Extended_MSFT_Method">
    <vt:lpwstr>Standard</vt:lpwstr>
  </property>
  <property fmtid="{D5CDD505-2E9C-101B-9397-08002B2CF9AE}" pid="19" name="MSIP_Label_a0819fa7-4367-4500-ba88-dd630d977609_Enabled">
    <vt:lpwstr>True</vt:lpwstr>
  </property>
  <property fmtid="{D5CDD505-2E9C-101B-9397-08002B2CF9AE}" pid="20" name="MSIP_Label_a0819fa7-4367-4500-ba88-dd630d977609_SiteId">
    <vt:lpwstr>63ce7d59-2f3e-42cd-a8cc-be764cff5eb6</vt:lpwstr>
  </property>
  <property fmtid="{D5CDD505-2E9C-101B-9397-08002B2CF9AE}" pid="21" name="MSIP_Label_a0819fa7-4367-4500-ba88-dd630d977609_SetDate">
    <vt:lpwstr>2018-09-21T05:42:46Z</vt:lpwstr>
  </property>
  <property fmtid="{D5CDD505-2E9C-101B-9397-08002B2CF9AE}" pid="22" name="MSIP_Label_a0819fa7-4367-4500-ba88-dd630d977609_Name">
    <vt:lpwstr>Companywide usage</vt:lpwstr>
  </property>
  <property fmtid="{D5CDD505-2E9C-101B-9397-08002B2CF9AE}" pid="23" name="MSIP_Label_a0819fa7-4367-4500-ba88-dd630d977609_Parent">
    <vt:lpwstr>be4b3411-284d-4d31-bd4f-bc13ef7f1fd6</vt:lpwstr>
  </property>
  <property fmtid="{D5CDD505-2E9C-101B-9397-08002B2CF9AE}" pid="24" name="MSIP_Label_a0819fa7-4367-4500-ba88-dd630d977609_Extended_MSFT_Method">
    <vt:lpwstr>Standard</vt:lpwstr>
  </property>
  <property fmtid="{D5CDD505-2E9C-101B-9397-08002B2CF9AE}" pid="25" name="Sensitivity">
    <vt:lpwstr>K2 Restricted Internal Companywide usage</vt:lpwstr>
  </property>
</Properties>
</file>